
<file path=[Content_Types].xml><?xml version="1.0" encoding="utf-8"?>
<Types xmlns="http://schemas.openxmlformats.org/package/2006/content-types">
  <Override PartName="/ppt/diagrams/colors22.xml" ContentType="application/vnd.openxmlformats-officedocument.drawingml.diagramColors+xml"/>
  <Override PartName="/ppt/diagrams/data35.xml" ContentType="application/vnd.openxmlformats-officedocument.drawingml.diagramData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diagrams/colors11.xml" ContentType="application/vnd.openxmlformats-officedocument.drawingml.diagramColors+xml"/>
  <Override PartName="/ppt/diagrams/data24.xml" ContentType="application/vnd.openxmlformats-officedocument.drawingml.diagramData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Override PartName="/ppt/diagrams/quickStyle28.xml" ContentType="application/vnd.openxmlformats-officedocument.drawingml.diagramStyle+xml"/>
  <Override PartName="/ppt/diagrams/drawing29.xml" ContentType="application/vnd.ms-office.drawingml.diagramDrawing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diagrams/quickStyle17.xml" ContentType="application/vnd.openxmlformats-officedocument.drawingml.diagramStyle+xml"/>
  <Override PartName="/ppt/diagrams/drawing18.xml" ContentType="application/vnd.ms-office.drawingml.diagramDrawing+xml"/>
  <Override PartName="/ppt/tableStyles.xml" ContentType="application/vnd.openxmlformats-officedocument.presentationml.tableStyles+xml"/>
  <Override PartName="/ppt/diagrams/layout17.xml" ContentType="application/vnd.openxmlformats-officedocument.drawingml.diagramLayout+xml"/>
  <Override PartName="/ppt/diagrams/layout28.xml" ContentType="application/vnd.openxmlformats-officedocument.drawingml.diagramLayout+xml"/>
  <Override PartName="/ppt/diagrams/quickStyle31.xml" ContentType="application/vnd.openxmlformats-officedocument.drawingml.diagramStyle+xml"/>
  <Override PartName="/ppt/diagrams/drawing32.xml" ContentType="application/vnd.ms-office.drawingml.diagramDrawing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charts/chart3.xml" ContentType="application/vnd.openxmlformats-officedocument.drawingml.chart+xml"/>
  <Override PartName="/ppt/diagrams/quickStyle20.xml" ContentType="application/vnd.openxmlformats-officedocument.drawingml.diagramStyle+xml"/>
  <Override PartName="/ppt/diagrams/drawing21.xml" ContentType="application/vnd.ms-office.drawingml.diagramDrawing+xml"/>
  <Override PartName="/ppt/diagrams/colors27.xml" ContentType="application/vnd.openxmlformats-officedocument.drawingml.diagramColors+xml"/>
  <Override PartName="/ppt/diagrams/data29.xml" ContentType="application/vnd.openxmlformats-officedocument.drawingml.diagramData+xml"/>
  <Override PartName="/ppt/diagrams/colors4.xml" ContentType="application/vnd.openxmlformats-officedocument.drawingml.diagramColors+xml"/>
  <Override PartName="/ppt/diagrams/drawing10.xml" ContentType="application/vnd.ms-office.drawingml.diagramDrawing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diagrams/layout31.xml" ContentType="application/vnd.openxmlformats-officedocument.drawingml.diagram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diagrams/drawing3.xml" ContentType="application/vnd.ms-office.drawingml.diagramDrawing+xml"/>
  <Override PartName="/ppt/diagrams/layout20.xml" ContentType="application/vnd.openxmlformats-officedocument.drawingml.diagram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colors30.xml" ContentType="application/vnd.openxmlformats-officedocument.drawingml.diagramColors+xml"/>
  <Override PartName="/ppt/diagrams/data32.xml" ContentType="application/vnd.openxmlformats-officedocument.drawingml.diagramData+xml"/>
  <Override PartName="/ppt/slides/slide33.xml" ContentType="application/vnd.openxmlformats-officedocument.presentationml.slide+xml"/>
  <Override PartName="/ppt/slides/slide44.xml" ContentType="application/vnd.openxmlformats-officedocument.presentationml.slide+xml"/>
  <Default Extension="emf" ContentType="image/x-emf"/>
  <Override PartName="/ppt/diagrams/data21.xml" ContentType="application/vnd.openxmlformats-officedocument.drawingml.diagramData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diagrams/quickStyle36.xml" ContentType="application/vnd.openxmlformats-officedocument.drawingml.diagramStyle+xml"/>
  <Override PartName="/ppt/diagrams/drawing37.xml" ContentType="application/vnd.ms-office.drawingml.diagramDrawing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diagrams/layout18.xml" ContentType="application/vnd.openxmlformats-officedocument.drawingml.diagramLayout+xml"/>
  <Override PartName="/ppt/diagrams/quickStyle25.xml" ContentType="application/vnd.openxmlformats-officedocument.drawingml.diagramStyle+xml"/>
  <Override PartName="/ppt/diagrams/drawing26.xml" ContentType="application/vnd.ms-office.drawingml.diagramDrawing+xml"/>
  <Override PartName="/ppt/charts/chart8.xml" ContentType="application/vnd.openxmlformats-officedocument.drawingml.chart+xml"/>
  <Override PartName="/ppt/diagrams/layout36.xml" ContentType="application/vnd.openxmlformats-officedocument.drawingml.diagramLayout+xml"/>
  <Override PartName="/ppt/diagrams/layout2.xml" ContentType="application/vnd.openxmlformats-officedocument.drawingml.diagramLayout+xml"/>
  <Override PartName="/ppt/diagrams/drawing8.xml" ContentType="application/vnd.ms-office.drawingml.diagramDrawing+xml"/>
  <Override PartName="/ppt/diagrams/layout25.xml" ContentType="application/vnd.openxmlformats-officedocument.drawingml.diagramLayout+xml"/>
  <Override PartName="/ppt/diagrams/colors28.xml" ContentType="application/vnd.openxmlformats-officedocument.drawingml.diagramColors+xml"/>
  <Override PartName="/ppt/diagrams/quickStyle32.xml" ContentType="application/vnd.openxmlformats-officedocument.drawingml.diagramStyle+xml"/>
  <Override PartName="/ppt/charts/chart10.xml" ContentType="application/vnd.openxmlformats-officedocument.drawingml.chart+xml"/>
  <Override PartName="/ppt/diagrams/drawing33.xml" ContentType="application/vnd.ms-office.drawingml.diagramDrawing+xml"/>
  <Default Extension="vml" ContentType="application/vnd.openxmlformats-officedocument.vmlDrawing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charts/chart4.xml" ContentType="application/vnd.openxmlformats-officedocument.drawingml.chart+xml"/>
  <Override PartName="/ppt/diagrams/drawing22.xml" ContentType="application/vnd.ms-office.drawingml.diagramDrawing+xml"/>
  <Override PartName="/ppt/diagrams/layout32.xml" ContentType="application/vnd.openxmlformats-officedocument.drawingml.diagramLayout+xml"/>
  <Override PartName="/ppt/diagrams/colors35.xml" ContentType="application/vnd.openxmlformats-officedocument.drawingml.diagramColors+xml"/>
  <Override PartName="/ppt/handoutMasters/handoutMaster1.xml" ContentType="application/vnd.openxmlformats-officedocument.presentationml.handoutMaster+xml"/>
  <Override PartName="/ppt/diagrams/drawing4.xml" ContentType="application/vnd.ms-office.drawingml.diagramDrawing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ppt/diagrams/colors24.xml" ContentType="application/vnd.openxmlformats-officedocument.drawingml.diagramColors+xml"/>
  <Override PartName="/ppt/diagrams/data37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diagrams/data26.xml" ContentType="application/vnd.openxmlformats-officedocument.drawingml.diagramData+xml"/>
  <Override PartName="/ppt/diagrams/colors3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diagrams/data15.xml" ContentType="application/vnd.openxmlformats-officedocument.drawingml.diagramData+xml"/>
  <Override PartName="/ppt/diagrams/colors20.xml" ContentType="application/vnd.openxmlformats-officedocument.drawingml.diagramColors+xml"/>
  <Override PartName="/ppt/diagrams/data33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diagrams/data11.xml" ContentType="application/vnd.openxmlformats-officedocument.drawingml.diagramData+xml"/>
  <Override PartName="/ppt/diagrams/quickStyle19.xml" ContentType="application/vnd.openxmlformats-officedocument.drawingml.diagramStyle+xml"/>
  <Override PartName="/ppt/diagrams/data22.xml" ContentType="application/vnd.openxmlformats-officedocument.drawingml.diagramData+xml"/>
  <Override PartName="/ppt/diagrams/quickStyle37.xml" ContentType="application/vnd.openxmlformats-officedocument.drawingml.diagramStyl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diagrams/quickStyle26.xml" ContentType="application/vnd.openxmlformats-officedocument.drawingml.diagramStyle+xml"/>
  <Override PartName="/ppt/diagrams/drawing27.xml" ContentType="application/vnd.ms-office.drawingml.diagramDrawing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diagrams/quickStyle15.xml" ContentType="application/vnd.openxmlformats-officedocument.drawingml.diagramStyle+xml"/>
  <Override PartName="/ppt/diagrams/drawing16.xml" ContentType="application/vnd.ms-office.drawingml.diagramDrawing+xml"/>
  <Override PartName="/ppt/diagrams/layout19.xml" ContentType="application/vnd.openxmlformats-officedocument.drawingml.diagramLayout+xml"/>
  <Override PartName="/ppt/charts/chart9.xml" ContentType="application/vnd.openxmlformats-officedocument.drawingml.chart+xml"/>
  <Override PartName="/ppt/diagrams/quickStyle33.xml" ContentType="application/vnd.openxmlformats-officedocument.drawingml.diagramStyle+xml"/>
  <Override PartName="/ppt/diagrams/drawing34.xml" ContentType="application/vnd.ms-office.drawingml.diagramDrawing+xml"/>
  <Override PartName="/ppt/diagrams/layout37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  <Override PartName="/ppt/diagrams/layout15.xml" ContentType="application/vnd.openxmlformats-officedocument.drawingml.diagramLayout+xml"/>
  <Override PartName="/ppt/diagrams/quickStyle22.xml" ContentType="application/vnd.openxmlformats-officedocument.drawingml.diagramStyle+xml"/>
  <Override PartName="/ppt/diagrams/drawing23.xml" ContentType="application/vnd.ms-office.drawingml.diagramDrawing+xml"/>
  <Override PartName="/ppt/diagrams/layout26.xml" ContentType="application/vnd.openxmlformats-officedocument.drawingml.diagramLayout+xml"/>
  <Override PartName="/ppt/diagrams/colors29.xml" ContentType="application/vnd.openxmlformats-officedocument.drawingml.diagramColors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diagrams/colors18.xml" ContentType="application/vnd.openxmlformats-officedocument.drawingml.diagramColors+xml"/>
  <Override PartName="/ppt/charts/chart5.xml" ContentType="application/vnd.openxmlformats-officedocument.drawingml.chart+xml"/>
  <Override PartName="/ppt/diagrams/drawing30.xml" ContentType="application/vnd.ms-office.drawingml.diagramDrawing+xml"/>
  <Override PartName="/ppt/diagrams/layout33.xml" ContentType="application/vnd.openxmlformats-officedocument.drawingml.diagramLayout+xml"/>
  <Override PartName="/ppt/diagrams/colors36.xml" ContentType="application/vnd.openxmlformats-officedocument.drawingml.diagramColors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diagrams/layout22.xml" ContentType="application/vnd.openxmlformats-officedocument.drawingml.diagramLayout+xml"/>
  <Override PartName="/ppt/diagrams/colors25.xml" ContentType="application/vnd.openxmlformats-officedocument.drawingml.diagramColors+xml"/>
  <Override PartName="/ppt/diagrams/data27.xml" ContentType="application/vnd.openxmlformats-officedocument.drawingml.diagramData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diagrams/colors32.xml" ContentType="application/vnd.openxmlformats-officedocument.drawingml.diagramColors+xml"/>
  <Override PartName="/ppt/diagrams/data34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diagrams/drawing1.xml" ContentType="application/vnd.ms-office.drawingml.diagramDrawing+xml"/>
  <Override PartName="/ppt/diagrams/colors10.xml" ContentType="application/vnd.openxmlformats-officedocument.drawingml.diagramColors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  <Override PartName="/ppt/slides/slide24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diagrams/data30.xml" ContentType="application/vnd.openxmlformats-officedocument.drawingml.diagramData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data9.xml" ContentType="application/vnd.openxmlformats-officedocument.drawingml.diagramData+xml"/>
  <Override PartName="/ppt/diagrams/quickStyle16.xml" ContentType="application/vnd.openxmlformats-officedocument.drawingml.diagramStyle+xml"/>
  <Override PartName="/ppt/diagrams/drawing17.xml" ContentType="application/vnd.ms-office.drawingml.diagramDrawing+xml"/>
  <Override PartName="/ppt/diagrams/quickStyle27.xml" ContentType="application/vnd.openxmlformats-officedocument.drawingml.diagramStyle+xml"/>
  <Override PartName="/ppt/diagrams/drawing28.xml" ContentType="application/vnd.ms-office.drawingml.diagramDrawing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diagrams/layout27.xml" ContentType="application/vnd.openxmlformats-officedocument.drawingml.diagramLayout+xml"/>
  <Override PartName="/ppt/diagrams/quickStyle34.xml" ContentType="application/vnd.openxmlformats-officedocument.drawingml.diagramStyle+xml"/>
  <Override PartName="/ppt/diagrams/drawing35.xml" ContentType="application/vnd.ms-office.drawingml.diagramDrawing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diagrams/layout16.xml" ContentType="application/vnd.openxmlformats-officedocument.drawingml.diagramLayout+xml"/>
  <Override PartName="/ppt/diagrams/colors19.xml" ContentType="application/vnd.openxmlformats-officedocument.drawingml.diagramColors+xml"/>
  <Override PartName="/ppt/diagrams/quickStyle23.xml" ContentType="application/vnd.openxmlformats-officedocument.drawingml.diagramStyle+xml"/>
  <Override PartName="/ppt/diagrams/drawing24.xml" ContentType="application/vnd.ms-office.drawingml.diagramDrawing+xml"/>
  <Override PartName="/ppt/charts/chart6.xml" ContentType="application/vnd.openxmlformats-officedocument.drawingml.chart+xml"/>
  <Override PartName="/ppt/diagrams/layout34.xml" ContentType="application/vnd.openxmlformats-officedocument.drawingml.diagramLayout+xml"/>
  <Override PartName="/ppt/diagrams/colors37.xml" ContentType="application/vnd.openxmlformats-officedocument.drawingml.diagramColors+xml"/>
  <Override PartName="/ppt/diagrams/drawing6.xml" ContentType="application/vnd.ms-office.drawingml.diagramDrawing+xml"/>
  <Override PartName="/ppt/diagrams/drawing20.xml" ContentType="application/vnd.ms-office.drawingml.diagramDrawing+xml"/>
  <Override PartName="/ppt/diagrams/layout23.xml" ContentType="application/vnd.openxmlformats-officedocument.drawingml.diagramLayout+xml"/>
  <Override PartName="/ppt/diagrams/colors26.xml" ContentType="application/vnd.openxmlformats-officedocument.drawingml.diagramColors+xml"/>
  <Override PartName="/ppt/diagrams/quickStyle30.xml" ContentType="application/vnd.openxmlformats-officedocument.drawingml.diagramStyle+xml"/>
  <Override PartName="/ppt/diagrams/drawing31.xml" ContentType="application/vnd.ms-office.drawingml.diagramDrawing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charts/chart2.xml" ContentType="application/vnd.openxmlformats-officedocument.drawingml.chart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diagrams/data28.xml" ContentType="application/vnd.openxmlformats-officedocument.drawingml.diagramData+xml"/>
  <Override PartName="/ppt/diagrams/layout30.xml" ContentType="application/vnd.openxmlformats-officedocument.drawingml.diagramLayout+xml"/>
  <Override PartName="/ppt/diagrams/colors33.xml" ContentType="application/vnd.openxmlformats-officedocument.drawingml.diagramColors+xml"/>
  <Override PartName="/ppt/slides/slide29.xml" ContentType="application/vnd.openxmlformats-officedocument.presentationml.slide+xml"/>
  <Override PartName="/ppt/diagrams/drawing2.xml" ContentType="application/vnd.ms-office.drawingml.diagramDrawing+xml"/>
  <Override PartName="/ppt/diagrams/data17.xml" ContentType="application/vnd.openxmlformats-officedocument.drawingml.diagramData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diagrams/data31.xml" ContentType="application/vnd.openxmlformats-officedocument.drawingml.diagramData+xml"/>
  <Override PartName="/ppt/slides/slide32.xml" ContentType="application/vnd.openxmlformats-officedocument.presentationml.slide+xml"/>
  <Override PartName="/ppt/diagrams/data20.xml" ContentType="application/vnd.openxmlformats-officedocument.drawingml.diagramData+xml"/>
  <Override PartName="/ppt/diagrams/quickStyle35.xml" ContentType="application/vnd.openxmlformats-officedocument.drawingml.diagramStyle+xml"/>
  <Override PartName="/ppt/diagrams/drawing36.xml" ContentType="application/vnd.ms-office.drawingml.diagramDrawing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quickStyle24.xml" ContentType="application/vnd.openxmlformats-officedocument.drawingml.diagramStyle+xml"/>
  <Override PartName="/ppt/diagrams/drawing25.xml" ContentType="application/vnd.ms-office.drawingml.diagramDrawing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charts/chart7.xml" ContentType="application/vnd.openxmlformats-officedocument.drawingml.chart+xml"/>
  <Override PartName="/ppt/diagrams/layout35.xml" ContentType="application/vnd.openxmlformats-officedocument.drawingml.diagramLayout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diagrams/layout24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quickStyle7.xml" ContentType="application/vnd.openxmlformats-officedocument.drawingml.diagramStyle+xml"/>
  <Override PartName="/ppt/diagrams/colors34.xml" ContentType="application/vnd.openxmlformats-officedocument.drawingml.diagramColors+xml"/>
  <Override PartName="/ppt/diagrams/colors12.xml" ContentType="application/vnd.openxmlformats-officedocument.drawingml.diagramColors+xml"/>
  <Override PartName="/ppt/diagrams/colors23.xml" ContentType="application/vnd.openxmlformats-officedocument.drawingml.diagramColors+xml"/>
  <Override PartName="/ppt/diagrams/data25.xml" ContentType="application/vnd.openxmlformats-officedocument.drawingml.diagramData+xml"/>
  <Override PartName="/ppt/diagrams/data36.xml" ContentType="application/vnd.openxmlformats-officedocument.drawingml.diagramData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drawing19.xml" ContentType="application/vnd.ms-office.drawingml.diagramDrawing+xml"/>
  <Override PartName="/ppt/diagrams/quickStyle29.xml" ContentType="application/vnd.openxmlformats-officedocument.drawingml.diagramStyle+xml"/>
  <Override PartName="/ppt/diagrams/quickStyle18.xml" ContentType="application/vnd.openxmlformats-officedocument.drawingml.diagramStyle+xml"/>
  <Override PartName="/ppt/diagrams/layout29.xml" ContentType="application/vnd.openxmlformats-officedocument.drawingml.diagram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2" r:id="rId1"/>
  </p:sldMasterIdLst>
  <p:notesMasterIdLst>
    <p:notesMasterId r:id="rId46"/>
  </p:notesMasterIdLst>
  <p:handoutMasterIdLst>
    <p:handoutMasterId r:id="rId47"/>
  </p:handoutMasterIdLst>
  <p:sldIdLst>
    <p:sldId id="256" r:id="rId2"/>
    <p:sldId id="819" r:id="rId3"/>
    <p:sldId id="811" r:id="rId4"/>
    <p:sldId id="812" r:id="rId5"/>
    <p:sldId id="813" r:id="rId6"/>
    <p:sldId id="776" r:id="rId7"/>
    <p:sldId id="814" r:id="rId8"/>
    <p:sldId id="815" r:id="rId9"/>
    <p:sldId id="816" r:id="rId10"/>
    <p:sldId id="825" r:id="rId11"/>
    <p:sldId id="820" r:id="rId12"/>
    <p:sldId id="771" r:id="rId13"/>
    <p:sldId id="789" r:id="rId14"/>
    <p:sldId id="790" r:id="rId15"/>
    <p:sldId id="791" r:id="rId16"/>
    <p:sldId id="792" r:id="rId17"/>
    <p:sldId id="795" r:id="rId18"/>
    <p:sldId id="794" r:id="rId19"/>
    <p:sldId id="796" r:id="rId20"/>
    <p:sldId id="797" r:id="rId21"/>
    <p:sldId id="798" r:id="rId22"/>
    <p:sldId id="799" r:id="rId23"/>
    <p:sldId id="800" r:id="rId24"/>
    <p:sldId id="801" r:id="rId25"/>
    <p:sldId id="802" r:id="rId26"/>
    <p:sldId id="803" r:id="rId27"/>
    <p:sldId id="804" r:id="rId28"/>
    <p:sldId id="805" r:id="rId29"/>
    <p:sldId id="807" r:id="rId30"/>
    <p:sldId id="808" r:id="rId31"/>
    <p:sldId id="809" r:id="rId32"/>
    <p:sldId id="810" r:id="rId33"/>
    <p:sldId id="821" r:id="rId34"/>
    <p:sldId id="822" r:id="rId35"/>
    <p:sldId id="830" r:id="rId36"/>
    <p:sldId id="826" r:id="rId37"/>
    <p:sldId id="823" r:id="rId38"/>
    <p:sldId id="824" r:id="rId39"/>
    <p:sldId id="784" r:id="rId40"/>
    <p:sldId id="827" r:id="rId41"/>
    <p:sldId id="828" r:id="rId42"/>
    <p:sldId id="829" r:id="rId43"/>
    <p:sldId id="785" r:id="rId44"/>
    <p:sldId id="604" r:id="rId4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kern="1200">
        <a:solidFill>
          <a:srgbClr val="003399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rgbClr val="003399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rgbClr val="003399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rgbClr val="003399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rgbClr val="003399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kern="1200">
        <a:solidFill>
          <a:srgbClr val="003399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kern="1200">
        <a:solidFill>
          <a:srgbClr val="003399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kern="1200">
        <a:solidFill>
          <a:srgbClr val="003399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kern="1200">
        <a:solidFill>
          <a:srgbClr val="003399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EB8803"/>
    <a:srgbClr val="DA251D"/>
    <a:srgbClr val="FF7D7D"/>
    <a:srgbClr val="FC9204"/>
    <a:srgbClr val="FFAFAF"/>
    <a:srgbClr val="202084"/>
    <a:srgbClr val="CC66FF"/>
    <a:srgbClr val="FF99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 autoAdjust="0"/>
  </p:normalViewPr>
  <p:slideViewPr>
    <p:cSldViewPr snapToGrid="0">
      <p:cViewPr varScale="1">
        <p:scale>
          <a:sx n="67" d="100"/>
          <a:sy n="67" d="100"/>
        </p:scale>
        <p:origin x="-1386" y="-96"/>
      </p:cViewPr>
      <p:guideLst>
        <p:guide orient="horz" pos="1119"/>
        <p:guide pos="55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notesViewPr>
    <p:cSldViewPr snapToGrid="0">
      <p:cViewPr varScale="1">
        <p:scale>
          <a:sx n="51" d="100"/>
          <a:sy n="51" d="100"/>
        </p:scale>
        <p:origin x="-2862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D:\&#37327;&#21270;&#36873;&#32929;\&#34892;&#19994;&#20869;&#36873;&#32929;\LMdata\&#21160;&#24577;&#22810;&#22240;&#23376;&#25968;&#25454;2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plotArea>
      <c:layout/>
      <c:barChart>
        <c:barDir val="col"/>
        <c:grouping val="clustered"/>
        <c:ser>
          <c:idx val="0"/>
          <c:order val="0"/>
          <c:tx>
            <c:strRef>
              <c:f>逐月PE因子IC!$C$1</c:f>
              <c:strCache>
                <c:ptCount val="1"/>
                <c:pt idx="0">
                  <c:v>农林牧渔</c:v>
                </c:pt>
              </c:strCache>
            </c:strRef>
          </c:tx>
          <c:cat>
            <c:strRef>
              <c:f>逐月PE因子IC!$A$2:$A$144</c:f>
              <c:strCache>
                <c:ptCount val="143"/>
                <c:pt idx="0">
                  <c:v>200001</c:v>
                </c:pt>
                <c:pt idx="1">
                  <c:v>200002</c:v>
                </c:pt>
                <c:pt idx="2">
                  <c:v>200003</c:v>
                </c:pt>
                <c:pt idx="3">
                  <c:v>200004</c:v>
                </c:pt>
                <c:pt idx="4">
                  <c:v>200005</c:v>
                </c:pt>
                <c:pt idx="5">
                  <c:v>200006</c:v>
                </c:pt>
                <c:pt idx="6">
                  <c:v>200007</c:v>
                </c:pt>
                <c:pt idx="7">
                  <c:v>200008</c:v>
                </c:pt>
                <c:pt idx="8">
                  <c:v>200009</c:v>
                </c:pt>
                <c:pt idx="9">
                  <c:v>200010</c:v>
                </c:pt>
                <c:pt idx="10">
                  <c:v>200011</c:v>
                </c:pt>
                <c:pt idx="11">
                  <c:v>200012</c:v>
                </c:pt>
                <c:pt idx="12">
                  <c:v>200101</c:v>
                </c:pt>
                <c:pt idx="13">
                  <c:v>200102</c:v>
                </c:pt>
                <c:pt idx="14">
                  <c:v>200103</c:v>
                </c:pt>
                <c:pt idx="15">
                  <c:v>200104</c:v>
                </c:pt>
                <c:pt idx="16">
                  <c:v>200105</c:v>
                </c:pt>
                <c:pt idx="17">
                  <c:v>200106</c:v>
                </c:pt>
                <c:pt idx="18">
                  <c:v>200107</c:v>
                </c:pt>
                <c:pt idx="19">
                  <c:v>200108</c:v>
                </c:pt>
                <c:pt idx="20">
                  <c:v>200109</c:v>
                </c:pt>
                <c:pt idx="21">
                  <c:v>200110</c:v>
                </c:pt>
                <c:pt idx="22">
                  <c:v>200111</c:v>
                </c:pt>
                <c:pt idx="23">
                  <c:v>200112</c:v>
                </c:pt>
                <c:pt idx="24">
                  <c:v>200201</c:v>
                </c:pt>
                <c:pt idx="25">
                  <c:v>200202</c:v>
                </c:pt>
                <c:pt idx="26">
                  <c:v>200203</c:v>
                </c:pt>
                <c:pt idx="27">
                  <c:v>200204</c:v>
                </c:pt>
                <c:pt idx="28">
                  <c:v>200205</c:v>
                </c:pt>
                <c:pt idx="29">
                  <c:v>200206</c:v>
                </c:pt>
                <c:pt idx="30">
                  <c:v>200207</c:v>
                </c:pt>
                <c:pt idx="31">
                  <c:v>200208</c:v>
                </c:pt>
                <c:pt idx="32">
                  <c:v>200209</c:v>
                </c:pt>
                <c:pt idx="33">
                  <c:v>200210</c:v>
                </c:pt>
                <c:pt idx="34">
                  <c:v>200211</c:v>
                </c:pt>
                <c:pt idx="35">
                  <c:v>200212</c:v>
                </c:pt>
                <c:pt idx="36">
                  <c:v>200301</c:v>
                </c:pt>
                <c:pt idx="37">
                  <c:v>200302</c:v>
                </c:pt>
                <c:pt idx="38">
                  <c:v>200303</c:v>
                </c:pt>
                <c:pt idx="39">
                  <c:v>200304</c:v>
                </c:pt>
                <c:pt idx="40">
                  <c:v>200305</c:v>
                </c:pt>
                <c:pt idx="41">
                  <c:v>200306</c:v>
                </c:pt>
                <c:pt idx="42">
                  <c:v>200307</c:v>
                </c:pt>
                <c:pt idx="43">
                  <c:v>200308</c:v>
                </c:pt>
                <c:pt idx="44">
                  <c:v>200309</c:v>
                </c:pt>
                <c:pt idx="45">
                  <c:v>200310</c:v>
                </c:pt>
                <c:pt idx="46">
                  <c:v>200311</c:v>
                </c:pt>
                <c:pt idx="47">
                  <c:v>200312</c:v>
                </c:pt>
                <c:pt idx="48">
                  <c:v>200401</c:v>
                </c:pt>
                <c:pt idx="49">
                  <c:v>200402</c:v>
                </c:pt>
                <c:pt idx="50">
                  <c:v>200403</c:v>
                </c:pt>
                <c:pt idx="51">
                  <c:v>200404</c:v>
                </c:pt>
                <c:pt idx="52">
                  <c:v>200405</c:v>
                </c:pt>
                <c:pt idx="53">
                  <c:v>200406</c:v>
                </c:pt>
                <c:pt idx="54">
                  <c:v>200407</c:v>
                </c:pt>
                <c:pt idx="55">
                  <c:v>200408</c:v>
                </c:pt>
                <c:pt idx="56">
                  <c:v>200409</c:v>
                </c:pt>
                <c:pt idx="57">
                  <c:v>200410</c:v>
                </c:pt>
                <c:pt idx="58">
                  <c:v>200411</c:v>
                </c:pt>
                <c:pt idx="59">
                  <c:v>200412</c:v>
                </c:pt>
                <c:pt idx="60">
                  <c:v>200501</c:v>
                </c:pt>
                <c:pt idx="61">
                  <c:v>200502</c:v>
                </c:pt>
                <c:pt idx="62">
                  <c:v>200503</c:v>
                </c:pt>
                <c:pt idx="63">
                  <c:v>200504</c:v>
                </c:pt>
                <c:pt idx="64">
                  <c:v>200505</c:v>
                </c:pt>
                <c:pt idx="65">
                  <c:v>200506</c:v>
                </c:pt>
                <c:pt idx="66">
                  <c:v>200507</c:v>
                </c:pt>
                <c:pt idx="67">
                  <c:v>200508</c:v>
                </c:pt>
                <c:pt idx="68">
                  <c:v>200509</c:v>
                </c:pt>
                <c:pt idx="69">
                  <c:v>200510</c:v>
                </c:pt>
                <c:pt idx="70">
                  <c:v>200511</c:v>
                </c:pt>
                <c:pt idx="71">
                  <c:v>200512</c:v>
                </c:pt>
                <c:pt idx="72">
                  <c:v>200601</c:v>
                </c:pt>
                <c:pt idx="73">
                  <c:v>200602</c:v>
                </c:pt>
                <c:pt idx="74">
                  <c:v>200603</c:v>
                </c:pt>
                <c:pt idx="75">
                  <c:v>200604</c:v>
                </c:pt>
                <c:pt idx="76">
                  <c:v>200605</c:v>
                </c:pt>
                <c:pt idx="77">
                  <c:v>200606</c:v>
                </c:pt>
                <c:pt idx="78">
                  <c:v>200607</c:v>
                </c:pt>
                <c:pt idx="79">
                  <c:v>200608</c:v>
                </c:pt>
                <c:pt idx="80">
                  <c:v>200609</c:v>
                </c:pt>
                <c:pt idx="81">
                  <c:v>200610</c:v>
                </c:pt>
                <c:pt idx="82">
                  <c:v>200611</c:v>
                </c:pt>
                <c:pt idx="83">
                  <c:v>200612</c:v>
                </c:pt>
                <c:pt idx="84">
                  <c:v>200701</c:v>
                </c:pt>
                <c:pt idx="85">
                  <c:v>200702</c:v>
                </c:pt>
                <c:pt idx="86">
                  <c:v>200703</c:v>
                </c:pt>
                <c:pt idx="87">
                  <c:v>200704</c:v>
                </c:pt>
                <c:pt idx="88">
                  <c:v>200705</c:v>
                </c:pt>
                <c:pt idx="89">
                  <c:v>200706</c:v>
                </c:pt>
                <c:pt idx="90">
                  <c:v>200707</c:v>
                </c:pt>
                <c:pt idx="91">
                  <c:v>200708</c:v>
                </c:pt>
                <c:pt idx="92">
                  <c:v>200709</c:v>
                </c:pt>
                <c:pt idx="93">
                  <c:v>200710</c:v>
                </c:pt>
                <c:pt idx="94">
                  <c:v>200711</c:v>
                </c:pt>
                <c:pt idx="95">
                  <c:v>200712</c:v>
                </c:pt>
                <c:pt idx="96">
                  <c:v>200801</c:v>
                </c:pt>
                <c:pt idx="97">
                  <c:v>200802</c:v>
                </c:pt>
                <c:pt idx="98">
                  <c:v>200803</c:v>
                </c:pt>
                <c:pt idx="99">
                  <c:v>200804</c:v>
                </c:pt>
                <c:pt idx="100">
                  <c:v>200805</c:v>
                </c:pt>
                <c:pt idx="101">
                  <c:v>200806</c:v>
                </c:pt>
                <c:pt idx="102">
                  <c:v>200807</c:v>
                </c:pt>
                <c:pt idx="103">
                  <c:v>200808</c:v>
                </c:pt>
                <c:pt idx="104">
                  <c:v>200809</c:v>
                </c:pt>
                <c:pt idx="105">
                  <c:v>200810</c:v>
                </c:pt>
                <c:pt idx="106">
                  <c:v>200811</c:v>
                </c:pt>
                <c:pt idx="107">
                  <c:v>200812</c:v>
                </c:pt>
                <c:pt idx="108">
                  <c:v>200901</c:v>
                </c:pt>
                <c:pt idx="109">
                  <c:v>200902</c:v>
                </c:pt>
                <c:pt idx="110">
                  <c:v>200903</c:v>
                </c:pt>
                <c:pt idx="111">
                  <c:v>200904</c:v>
                </c:pt>
                <c:pt idx="112">
                  <c:v>200905</c:v>
                </c:pt>
                <c:pt idx="113">
                  <c:v>200906</c:v>
                </c:pt>
                <c:pt idx="114">
                  <c:v>200907</c:v>
                </c:pt>
                <c:pt idx="115">
                  <c:v>200908</c:v>
                </c:pt>
                <c:pt idx="116">
                  <c:v>200909</c:v>
                </c:pt>
                <c:pt idx="117">
                  <c:v>200910</c:v>
                </c:pt>
                <c:pt idx="118">
                  <c:v>200911</c:v>
                </c:pt>
                <c:pt idx="119">
                  <c:v>200912</c:v>
                </c:pt>
                <c:pt idx="120">
                  <c:v>201001</c:v>
                </c:pt>
                <c:pt idx="121">
                  <c:v>201002</c:v>
                </c:pt>
                <c:pt idx="122">
                  <c:v>201003</c:v>
                </c:pt>
                <c:pt idx="123">
                  <c:v>201004</c:v>
                </c:pt>
                <c:pt idx="124">
                  <c:v>201005</c:v>
                </c:pt>
                <c:pt idx="125">
                  <c:v>201006</c:v>
                </c:pt>
                <c:pt idx="126">
                  <c:v>201007</c:v>
                </c:pt>
                <c:pt idx="127">
                  <c:v>201008</c:v>
                </c:pt>
                <c:pt idx="128">
                  <c:v>201009</c:v>
                </c:pt>
                <c:pt idx="129">
                  <c:v>201010</c:v>
                </c:pt>
                <c:pt idx="130">
                  <c:v>201011</c:v>
                </c:pt>
                <c:pt idx="131">
                  <c:v>201012</c:v>
                </c:pt>
                <c:pt idx="132">
                  <c:v>201101</c:v>
                </c:pt>
                <c:pt idx="133">
                  <c:v>201102</c:v>
                </c:pt>
                <c:pt idx="134">
                  <c:v>201103</c:v>
                </c:pt>
                <c:pt idx="135">
                  <c:v>201104</c:v>
                </c:pt>
                <c:pt idx="136">
                  <c:v>201105</c:v>
                </c:pt>
                <c:pt idx="137">
                  <c:v>201106</c:v>
                </c:pt>
                <c:pt idx="138">
                  <c:v>201107</c:v>
                </c:pt>
                <c:pt idx="139">
                  <c:v>201108</c:v>
                </c:pt>
                <c:pt idx="140">
                  <c:v>201109</c:v>
                </c:pt>
                <c:pt idx="141">
                  <c:v>201110</c:v>
                </c:pt>
                <c:pt idx="142">
                  <c:v>201111</c:v>
                </c:pt>
              </c:strCache>
            </c:strRef>
          </c:cat>
          <c:val>
            <c:numRef>
              <c:f>逐月PE因子IC!$C$2:$C$144</c:f>
              <c:numCache>
                <c:formatCode>General</c:formatCode>
                <c:ptCount val="143"/>
                <c:pt idx="0">
                  <c:v>-0.240171991734833</c:v>
                </c:pt>
                <c:pt idx="1">
                  <c:v>-0.14885371773594</c:v>
                </c:pt>
                <c:pt idx="2">
                  <c:v>8.5962717881931189E-2</c:v>
                </c:pt>
                <c:pt idx="3">
                  <c:v>-1.1053209537844798E-2</c:v>
                </c:pt>
                <c:pt idx="4">
                  <c:v>-0.12066879014343412</c:v>
                </c:pt>
                <c:pt idx="5">
                  <c:v>-0.10769021271982313</c:v>
                </c:pt>
                <c:pt idx="6">
                  <c:v>0.13859590094688401</c:v>
                </c:pt>
                <c:pt idx="7">
                  <c:v>6.0522265624916013E-2</c:v>
                </c:pt>
                <c:pt idx="8">
                  <c:v>1.5679877597004701E-2</c:v>
                </c:pt>
                <c:pt idx="9">
                  <c:v>-0.16838220382011801</c:v>
                </c:pt>
                <c:pt idx="10">
                  <c:v>0.41864948937182156</c:v>
                </c:pt>
                <c:pt idx="11">
                  <c:v>-0.223320235902109</c:v>
                </c:pt>
                <c:pt idx="12">
                  <c:v>9.9312347989667482E-2</c:v>
                </c:pt>
                <c:pt idx="13">
                  <c:v>3.8480128098467598E-2</c:v>
                </c:pt>
                <c:pt idx="14">
                  <c:v>-0.10621799177713102</c:v>
                </c:pt>
                <c:pt idx="15">
                  <c:v>0.24606826741808299</c:v>
                </c:pt>
                <c:pt idx="16">
                  <c:v>-2.2796844046439998E-2</c:v>
                </c:pt>
                <c:pt idx="17">
                  <c:v>0.45278828055127301</c:v>
                </c:pt>
                <c:pt idx="18">
                  <c:v>0.14706383383634353</c:v>
                </c:pt>
                <c:pt idx="19">
                  <c:v>-0.251519253525055</c:v>
                </c:pt>
                <c:pt idx="20">
                  <c:v>8.3751277672553179E-3</c:v>
                </c:pt>
                <c:pt idx="21">
                  <c:v>-0.12923590780358188</c:v>
                </c:pt>
                <c:pt idx="22">
                  <c:v>-0.13345713040792057</c:v>
                </c:pt>
                <c:pt idx="23">
                  <c:v>-2.5992075299317997E-2</c:v>
                </c:pt>
                <c:pt idx="24">
                  <c:v>0.12703591763842201</c:v>
                </c:pt>
                <c:pt idx="25">
                  <c:v>0.24034284857493737</c:v>
                </c:pt>
                <c:pt idx="26">
                  <c:v>8.8687783325610295E-2</c:v>
                </c:pt>
                <c:pt idx="27">
                  <c:v>3.5109644906258397E-2</c:v>
                </c:pt>
                <c:pt idx="28">
                  <c:v>2.8143433634239687E-2</c:v>
                </c:pt>
                <c:pt idx="29">
                  <c:v>8.9302559348346702E-2</c:v>
                </c:pt>
                <c:pt idx="30">
                  <c:v>6.0021251413131714E-2</c:v>
                </c:pt>
                <c:pt idx="31">
                  <c:v>5.3368931177410119E-3</c:v>
                </c:pt>
                <c:pt idx="32">
                  <c:v>-0.10281284862966687</c:v>
                </c:pt>
                <c:pt idx="33">
                  <c:v>0.17247166947701101</c:v>
                </c:pt>
                <c:pt idx="34">
                  <c:v>0.14220714260823625</c:v>
                </c:pt>
                <c:pt idx="35">
                  <c:v>0.31032882508903425</c:v>
                </c:pt>
                <c:pt idx="36">
                  <c:v>7.6310930714128408E-2</c:v>
                </c:pt>
                <c:pt idx="37">
                  <c:v>0.36958509575686788</c:v>
                </c:pt>
                <c:pt idx="38">
                  <c:v>0.26257184609950401</c:v>
                </c:pt>
                <c:pt idx="39">
                  <c:v>-0.17616774159849644</c:v>
                </c:pt>
                <c:pt idx="40">
                  <c:v>4.1915087568576703E-2</c:v>
                </c:pt>
                <c:pt idx="41">
                  <c:v>0.22884764738183225</c:v>
                </c:pt>
                <c:pt idx="42">
                  <c:v>5.7604230738494903E-2</c:v>
                </c:pt>
                <c:pt idx="43">
                  <c:v>-3.6040840988405799E-2</c:v>
                </c:pt>
                <c:pt idx="44">
                  <c:v>0.50438511210123849</c:v>
                </c:pt>
                <c:pt idx="45">
                  <c:v>0.27021954091735401</c:v>
                </c:pt>
                <c:pt idx="46">
                  <c:v>0.35427794598013901</c:v>
                </c:pt>
                <c:pt idx="47">
                  <c:v>0.12872107877455863</c:v>
                </c:pt>
                <c:pt idx="48">
                  <c:v>-0.15654923678095156</c:v>
                </c:pt>
                <c:pt idx="49">
                  <c:v>0.35012127735676563</c:v>
                </c:pt>
                <c:pt idx="50">
                  <c:v>0.44949085551183199</c:v>
                </c:pt>
                <c:pt idx="51">
                  <c:v>0.27232673523340611</c:v>
                </c:pt>
                <c:pt idx="52">
                  <c:v>0.24966696740600128</c:v>
                </c:pt>
                <c:pt idx="53">
                  <c:v>0.17840249942844247</c:v>
                </c:pt>
                <c:pt idx="54">
                  <c:v>4.8671275223921E-2</c:v>
                </c:pt>
                <c:pt idx="55">
                  <c:v>0.14011481560149899</c:v>
                </c:pt>
                <c:pt idx="56">
                  <c:v>0.35890704655375499</c:v>
                </c:pt>
                <c:pt idx="57">
                  <c:v>-0.24411124099395801</c:v>
                </c:pt>
                <c:pt idx="58">
                  <c:v>8.5588270632769428E-2</c:v>
                </c:pt>
                <c:pt idx="59">
                  <c:v>7.4086044042461024E-2</c:v>
                </c:pt>
                <c:pt idx="60">
                  <c:v>0.33270512991151302</c:v>
                </c:pt>
                <c:pt idx="61">
                  <c:v>4.7831244543875599E-2</c:v>
                </c:pt>
                <c:pt idx="62">
                  <c:v>0.32296571674122798</c:v>
                </c:pt>
                <c:pt idx="63">
                  <c:v>0.12548093848183728</c:v>
                </c:pt>
                <c:pt idx="64">
                  <c:v>7.0879072552668093E-2</c:v>
                </c:pt>
                <c:pt idx="65">
                  <c:v>-2.0211707205103845E-3</c:v>
                </c:pt>
                <c:pt idx="66">
                  <c:v>-0.22409768719412831</c:v>
                </c:pt>
                <c:pt idx="67">
                  <c:v>2.1733726378723565E-2</c:v>
                </c:pt>
                <c:pt idx="68">
                  <c:v>0.14071257211647928</c:v>
                </c:pt>
                <c:pt idx="69">
                  <c:v>-9.3095564316900331E-2</c:v>
                </c:pt>
                <c:pt idx="70">
                  <c:v>0.144240668222751</c:v>
                </c:pt>
                <c:pt idx="71">
                  <c:v>0.40201822507465312</c:v>
                </c:pt>
                <c:pt idx="72">
                  <c:v>-2.3838837170970469E-3</c:v>
                </c:pt>
                <c:pt idx="73">
                  <c:v>0.19383103393368775</c:v>
                </c:pt>
                <c:pt idx="74">
                  <c:v>0.39213765657800675</c:v>
                </c:pt>
                <c:pt idx="75">
                  <c:v>-0.15488557459850497</c:v>
                </c:pt>
                <c:pt idx="76">
                  <c:v>3.1007234514237245E-2</c:v>
                </c:pt>
                <c:pt idx="77">
                  <c:v>-0.20327159186238228</c:v>
                </c:pt>
                <c:pt idx="78">
                  <c:v>-6.6554261474330398E-2</c:v>
                </c:pt>
                <c:pt idx="79">
                  <c:v>-0.4082141762208365</c:v>
                </c:pt>
                <c:pt idx="80">
                  <c:v>0.42858001957561087</c:v>
                </c:pt>
                <c:pt idx="81">
                  <c:v>0.30319235438529801</c:v>
                </c:pt>
                <c:pt idx="82">
                  <c:v>-0.32145253765478987</c:v>
                </c:pt>
                <c:pt idx="83">
                  <c:v>0.29065042012720432</c:v>
                </c:pt>
                <c:pt idx="84">
                  <c:v>-1.7572102306712901E-2</c:v>
                </c:pt>
                <c:pt idx="85">
                  <c:v>0.26828137577031902</c:v>
                </c:pt>
                <c:pt idx="86">
                  <c:v>-0.38210707446292602</c:v>
                </c:pt>
                <c:pt idx="87">
                  <c:v>0.110648741459358</c:v>
                </c:pt>
                <c:pt idx="88">
                  <c:v>0.29294574477921798</c:v>
                </c:pt>
                <c:pt idx="89">
                  <c:v>-0.11495426806528013</c:v>
                </c:pt>
                <c:pt idx="90">
                  <c:v>0.34387124764705357</c:v>
                </c:pt>
                <c:pt idx="91">
                  <c:v>0.329488821013179</c:v>
                </c:pt>
                <c:pt idx="92">
                  <c:v>0.14011181066460288</c:v>
                </c:pt>
                <c:pt idx="93">
                  <c:v>-8.7650028152051317E-3</c:v>
                </c:pt>
                <c:pt idx="94">
                  <c:v>1.9337127072284919E-3</c:v>
                </c:pt>
                <c:pt idx="95">
                  <c:v>0.35085758826786212</c:v>
                </c:pt>
                <c:pt idx="96">
                  <c:v>2.1277576825778459E-3</c:v>
                </c:pt>
                <c:pt idx="97">
                  <c:v>-0.266976973977334</c:v>
                </c:pt>
                <c:pt idx="98">
                  <c:v>-0.21156950989135231</c:v>
                </c:pt>
                <c:pt idx="99">
                  <c:v>0.16743444940564728</c:v>
                </c:pt>
                <c:pt idx="100">
                  <c:v>-2.308467246684881E-2</c:v>
                </c:pt>
                <c:pt idx="101">
                  <c:v>0.36415856556008463</c:v>
                </c:pt>
                <c:pt idx="102">
                  <c:v>-4.9065954801348163E-2</c:v>
                </c:pt>
                <c:pt idx="103">
                  <c:v>-8.0900967049828298E-2</c:v>
                </c:pt>
                <c:pt idx="104">
                  <c:v>3.3516349367067703E-2</c:v>
                </c:pt>
                <c:pt idx="105">
                  <c:v>1.8947841996019135E-2</c:v>
                </c:pt>
                <c:pt idx="106">
                  <c:v>-0.109577134556398</c:v>
                </c:pt>
                <c:pt idx="107">
                  <c:v>0.36829987900598532</c:v>
                </c:pt>
                <c:pt idx="108">
                  <c:v>-0.20499294573466131</c:v>
                </c:pt>
                <c:pt idx="109">
                  <c:v>0.37859819534316763</c:v>
                </c:pt>
                <c:pt idx="110">
                  <c:v>0.239282510730711</c:v>
                </c:pt>
                <c:pt idx="111">
                  <c:v>1.9257565231379732E-2</c:v>
                </c:pt>
                <c:pt idx="112">
                  <c:v>6.5029066757712903E-2</c:v>
                </c:pt>
                <c:pt idx="113">
                  <c:v>0.35077198506325263</c:v>
                </c:pt>
                <c:pt idx="114">
                  <c:v>-0.26298291640016902</c:v>
                </c:pt>
                <c:pt idx="115">
                  <c:v>0.27331274417419898</c:v>
                </c:pt>
                <c:pt idx="116">
                  <c:v>8.5369451102210128E-2</c:v>
                </c:pt>
                <c:pt idx="117">
                  <c:v>0.10329255471401817</c:v>
                </c:pt>
                <c:pt idx="118">
                  <c:v>-0.15685767378290799</c:v>
                </c:pt>
                <c:pt idx="119">
                  <c:v>-1.7896651696345203E-2</c:v>
                </c:pt>
                <c:pt idx="120">
                  <c:v>-0.23246384564380401</c:v>
                </c:pt>
                <c:pt idx="121">
                  <c:v>0.16049790771586925</c:v>
                </c:pt>
                <c:pt idx="122">
                  <c:v>5.4981885735121999E-2</c:v>
                </c:pt>
                <c:pt idx="123">
                  <c:v>-0.252451296868002</c:v>
                </c:pt>
                <c:pt idx="124">
                  <c:v>0.10815726028611523</c:v>
                </c:pt>
                <c:pt idx="125">
                  <c:v>0.23865890196209899</c:v>
                </c:pt>
                <c:pt idx="126">
                  <c:v>0.17577323451815899</c:v>
                </c:pt>
                <c:pt idx="127">
                  <c:v>0.52054882550071802</c:v>
                </c:pt>
                <c:pt idx="128">
                  <c:v>0.38048660506155013</c:v>
                </c:pt>
                <c:pt idx="129">
                  <c:v>0.26953234844170826</c:v>
                </c:pt>
                <c:pt idx="130">
                  <c:v>-0.18868766686789631</c:v>
                </c:pt>
                <c:pt idx="131">
                  <c:v>0.24276958993394701</c:v>
                </c:pt>
                <c:pt idx="132">
                  <c:v>-0.54783511092583903</c:v>
                </c:pt>
                <c:pt idx="133">
                  <c:v>0.28474689720302032</c:v>
                </c:pt>
                <c:pt idx="134">
                  <c:v>2.8799715330798788E-2</c:v>
                </c:pt>
                <c:pt idx="135">
                  <c:v>-0.18371774201501531</c:v>
                </c:pt>
                <c:pt idx="136">
                  <c:v>0.103259027674188</c:v>
                </c:pt>
                <c:pt idx="137">
                  <c:v>0.56055433049618963</c:v>
                </c:pt>
                <c:pt idx="138">
                  <c:v>-4.5897071064329317E-2</c:v>
                </c:pt>
                <c:pt idx="139">
                  <c:v>0.11911774922968812</c:v>
                </c:pt>
                <c:pt idx="140">
                  <c:v>-0.289268508038795</c:v>
                </c:pt>
                <c:pt idx="141">
                  <c:v>-0.25287163546479202</c:v>
                </c:pt>
                <c:pt idx="142">
                  <c:v>-0.21513286890554387</c:v>
                </c:pt>
              </c:numCache>
            </c:numRef>
          </c:val>
        </c:ser>
        <c:ser>
          <c:idx val="1"/>
          <c:order val="1"/>
          <c:tx>
            <c:strRef>
              <c:f>逐月PE因子IC!$B$1</c:f>
              <c:strCache>
                <c:ptCount val="1"/>
                <c:pt idx="0">
                  <c:v>全市场</c:v>
                </c:pt>
              </c:strCache>
            </c:strRef>
          </c:tx>
          <c:val>
            <c:numRef>
              <c:f>逐月PE因子IC!$B$2:$B$144</c:f>
              <c:numCache>
                <c:formatCode>General</c:formatCode>
                <c:ptCount val="143"/>
                <c:pt idx="0">
                  <c:v>-1.3690686195620449E-2</c:v>
                </c:pt>
                <c:pt idx="1">
                  <c:v>-0.10453628470048007</c:v>
                </c:pt>
                <c:pt idx="2">
                  <c:v>-3.3323933841852768E-2</c:v>
                </c:pt>
                <c:pt idx="3">
                  <c:v>-3.3653546383727202E-2</c:v>
                </c:pt>
                <c:pt idx="4">
                  <c:v>-2.8454655049805083E-2</c:v>
                </c:pt>
                <c:pt idx="5">
                  <c:v>-1.4939354751824738E-2</c:v>
                </c:pt>
                <c:pt idx="6">
                  <c:v>-3.5243786267652066E-2</c:v>
                </c:pt>
                <c:pt idx="7">
                  <c:v>-3.0557602402956404E-2</c:v>
                </c:pt>
                <c:pt idx="8">
                  <c:v>3.8328638763079986E-2</c:v>
                </c:pt>
                <c:pt idx="9">
                  <c:v>4.1094836944390922E-2</c:v>
                </c:pt>
                <c:pt idx="10">
                  <c:v>-3.8528190452599681E-4</c:v>
                </c:pt>
                <c:pt idx="11">
                  <c:v>3.7807415468741994E-2</c:v>
                </c:pt>
                <c:pt idx="12">
                  <c:v>-3.3272449007164411E-2</c:v>
                </c:pt>
                <c:pt idx="13">
                  <c:v>9.352597419709608E-3</c:v>
                </c:pt>
                <c:pt idx="14">
                  <c:v>2.1209851036309992E-2</c:v>
                </c:pt>
                <c:pt idx="15">
                  <c:v>4.6327789706873283E-2</c:v>
                </c:pt>
                <c:pt idx="16">
                  <c:v>4.9926755769266085E-2</c:v>
                </c:pt>
                <c:pt idx="17">
                  <c:v>1.3196762176599895E-2</c:v>
                </c:pt>
                <c:pt idx="18">
                  <c:v>1.9282697720031361E-3</c:v>
                </c:pt>
                <c:pt idx="19">
                  <c:v>-6.5579889256298415E-2</c:v>
                </c:pt>
                <c:pt idx="20">
                  <c:v>-2.3451764053671213E-2</c:v>
                </c:pt>
                <c:pt idx="21">
                  <c:v>6.7946759433025403E-2</c:v>
                </c:pt>
                <c:pt idx="22">
                  <c:v>-4.5577380070337827E-2</c:v>
                </c:pt>
                <c:pt idx="23">
                  <c:v>-3.9755893049264801E-2</c:v>
                </c:pt>
                <c:pt idx="24">
                  <c:v>9.0314180814274073E-2</c:v>
                </c:pt>
                <c:pt idx="25">
                  <c:v>7.4051863744217534E-3</c:v>
                </c:pt>
                <c:pt idx="26">
                  <c:v>4.0245215548619657E-2</c:v>
                </c:pt>
                <c:pt idx="27">
                  <c:v>-1.9135384658982534E-2</c:v>
                </c:pt>
                <c:pt idx="28">
                  <c:v>-1.0234474970962623E-2</c:v>
                </c:pt>
                <c:pt idx="29">
                  <c:v>4.0821525350231112E-2</c:v>
                </c:pt>
                <c:pt idx="30">
                  <c:v>3.7491981247610356E-2</c:v>
                </c:pt>
                <c:pt idx="31">
                  <c:v>1.4691009214537414E-2</c:v>
                </c:pt>
                <c:pt idx="32">
                  <c:v>-2.5046297427305079E-2</c:v>
                </c:pt>
                <c:pt idx="33">
                  <c:v>-3.7887596115127244E-2</c:v>
                </c:pt>
                <c:pt idx="34">
                  <c:v>8.6815711039062507E-3</c:v>
                </c:pt>
                <c:pt idx="35">
                  <c:v>5.8912512585703094E-3</c:v>
                </c:pt>
                <c:pt idx="36">
                  <c:v>-2.46673260916546E-2</c:v>
                </c:pt>
                <c:pt idx="37">
                  <c:v>0.26126563558765142</c:v>
                </c:pt>
                <c:pt idx="38">
                  <c:v>0.28021603124660432</c:v>
                </c:pt>
                <c:pt idx="39">
                  <c:v>5.4331782016295134E-2</c:v>
                </c:pt>
                <c:pt idx="40">
                  <c:v>7.8327627859613516E-2</c:v>
                </c:pt>
                <c:pt idx="41">
                  <c:v>0.16241049900453527</c:v>
                </c:pt>
                <c:pt idx="42">
                  <c:v>-0.11411571514189106</c:v>
                </c:pt>
                <c:pt idx="43">
                  <c:v>2.7707536653109412E-2</c:v>
                </c:pt>
                <c:pt idx="44">
                  <c:v>0.48246526527543004</c:v>
                </c:pt>
                <c:pt idx="45">
                  <c:v>5.6176568124330029E-2</c:v>
                </c:pt>
                <c:pt idx="46">
                  <c:v>0.33505366092973837</c:v>
                </c:pt>
                <c:pt idx="47">
                  <c:v>-4.0936070668304417E-2</c:v>
                </c:pt>
                <c:pt idx="48">
                  <c:v>-7.570335751008983E-2</c:v>
                </c:pt>
                <c:pt idx="49">
                  <c:v>4.9536631109511585E-2</c:v>
                </c:pt>
                <c:pt idx="50">
                  <c:v>0.12256681659116768</c:v>
                </c:pt>
                <c:pt idx="51">
                  <c:v>-3.6684261648703052E-2</c:v>
                </c:pt>
                <c:pt idx="52">
                  <c:v>0.15772644575299163</c:v>
                </c:pt>
                <c:pt idx="53">
                  <c:v>8.8410526630236644E-2</c:v>
                </c:pt>
                <c:pt idx="54">
                  <c:v>0.22537338085275541</c:v>
                </c:pt>
                <c:pt idx="55">
                  <c:v>0.11325287501593359</c:v>
                </c:pt>
                <c:pt idx="56">
                  <c:v>0.12986361765464866</c:v>
                </c:pt>
                <c:pt idx="57">
                  <c:v>-0.23520103243232668</c:v>
                </c:pt>
                <c:pt idx="58">
                  <c:v>0.22134349147764398</c:v>
                </c:pt>
                <c:pt idx="59">
                  <c:v>0.11574877107139829</c:v>
                </c:pt>
                <c:pt idx="60">
                  <c:v>1.1322253139625909E-2</c:v>
                </c:pt>
                <c:pt idx="61">
                  <c:v>0.1518766854592182</c:v>
                </c:pt>
                <c:pt idx="62">
                  <c:v>0.23008680775175208</c:v>
                </c:pt>
                <c:pt idx="63">
                  <c:v>-0.14178835361412981</c:v>
                </c:pt>
                <c:pt idx="64">
                  <c:v>0.12465732580544207</c:v>
                </c:pt>
                <c:pt idx="65">
                  <c:v>0.23840268456093552</c:v>
                </c:pt>
                <c:pt idx="66">
                  <c:v>-0.17354840765628629</c:v>
                </c:pt>
                <c:pt idx="67">
                  <c:v>1.8618948828730227E-2</c:v>
                </c:pt>
                <c:pt idx="68">
                  <c:v>-2.1315345806258289E-2</c:v>
                </c:pt>
                <c:pt idx="69">
                  <c:v>-0.12131387834424233</c:v>
                </c:pt>
                <c:pt idx="70">
                  <c:v>0.25536752867189294</c:v>
                </c:pt>
                <c:pt idx="71">
                  <c:v>8.5257665625115803E-2</c:v>
                </c:pt>
                <c:pt idx="72">
                  <c:v>3.7677732396304897E-2</c:v>
                </c:pt>
                <c:pt idx="73">
                  <c:v>7.6279990853350937E-2</c:v>
                </c:pt>
                <c:pt idx="74">
                  <c:v>-1.7349505609982666E-2</c:v>
                </c:pt>
                <c:pt idx="75">
                  <c:v>-0.17315340695180029</c:v>
                </c:pt>
                <c:pt idx="76">
                  <c:v>-2.4245328077421627E-4</c:v>
                </c:pt>
                <c:pt idx="77">
                  <c:v>-6.8588856625129396E-2</c:v>
                </c:pt>
                <c:pt idx="78">
                  <c:v>-9.9177788223628587E-3</c:v>
                </c:pt>
                <c:pt idx="79">
                  <c:v>-0.13830882258707899</c:v>
                </c:pt>
                <c:pt idx="80">
                  <c:v>0.25468081430668682</c:v>
                </c:pt>
                <c:pt idx="81">
                  <c:v>0.28929488202161885</c:v>
                </c:pt>
                <c:pt idx="82">
                  <c:v>0.12434407399601972</c:v>
                </c:pt>
                <c:pt idx="83">
                  <c:v>-1.0266131063230582E-2</c:v>
                </c:pt>
                <c:pt idx="84">
                  <c:v>-7.6857704269112412E-2</c:v>
                </c:pt>
                <c:pt idx="85">
                  <c:v>-0.15669791162241645</c:v>
                </c:pt>
                <c:pt idx="86">
                  <c:v>-7.7632842693557469E-2</c:v>
                </c:pt>
                <c:pt idx="87">
                  <c:v>8.3513564226614947E-2</c:v>
                </c:pt>
                <c:pt idx="88">
                  <c:v>0.21943659862645348</c:v>
                </c:pt>
                <c:pt idx="89">
                  <c:v>3.8976649614403752E-2</c:v>
                </c:pt>
                <c:pt idx="90">
                  <c:v>0.11524738009970646</c:v>
                </c:pt>
                <c:pt idx="91">
                  <c:v>0.10999629713276768</c:v>
                </c:pt>
                <c:pt idx="92">
                  <c:v>0.11603284125576764</c:v>
                </c:pt>
                <c:pt idx="93">
                  <c:v>-9.2905778733629263E-2</c:v>
                </c:pt>
                <c:pt idx="94">
                  <c:v>1.9005328785896981E-2</c:v>
                </c:pt>
                <c:pt idx="95">
                  <c:v>2.1075282272278194E-2</c:v>
                </c:pt>
                <c:pt idx="96">
                  <c:v>-0.1042858285315837</c:v>
                </c:pt>
                <c:pt idx="97">
                  <c:v>-2.9234558996204519E-2</c:v>
                </c:pt>
                <c:pt idx="98">
                  <c:v>0.18912533998282277</c:v>
                </c:pt>
                <c:pt idx="99">
                  <c:v>-0.16549151742206999</c:v>
                </c:pt>
                <c:pt idx="100">
                  <c:v>-0.11194002106289808</c:v>
                </c:pt>
                <c:pt idx="101">
                  <c:v>2.4143724453169892E-2</c:v>
                </c:pt>
                <c:pt idx="102">
                  <c:v>0.1394591262067254</c:v>
                </c:pt>
                <c:pt idx="103">
                  <c:v>7.8042567420579273E-2</c:v>
                </c:pt>
                <c:pt idx="104">
                  <c:v>-0.11214007671565319</c:v>
                </c:pt>
                <c:pt idx="105">
                  <c:v>-4.4103796332097239E-2</c:v>
                </c:pt>
                <c:pt idx="106">
                  <c:v>-5.2895746102771132E-2</c:v>
                </c:pt>
                <c:pt idx="107">
                  <c:v>0.22894468728720158</c:v>
                </c:pt>
                <c:pt idx="108">
                  <c:v>-8.0065872137964039E-2</c:v>
                </c:pt>
                <c:pt idx="109">
                  <c:v>6.7127190056166339E-2</c:v>
                </c:pt>
                <c:pt idx="110">
                  <c:v>9.6694124495658548E-2</c:v>
                </c:pt>
                <c:pt idx="111">
                  <c:v>-9.2319664660972051E-2</c:v>
                </c:pt>
                <c:pt idx="112">
                  <c:v>0.16985734576168846</c:v>
                </c:pt>
                <c:pt idx="113">
                  <c:v>3.7931710469310272E-2</c:v>
                </c:pt>
                <c:pt idx="114">
                  <c:v>0.12812842319852188</c:v>
                </c:pt>
                <c:pt idx="115">
                  <c:v>0.13327835923229642</c:v>
                </c:pt>
                <c:pt idx="116">
                  <c:v>-4.1953900411951815E-2</c:v>
                </c:pt>
                <c:pt idx="117">
                  <c:v>-2.3297634598331438E-2</c:v>
                </c:pt>
                <c:pt idx="118">
                  <c:v>4.1392011779821256E-2</c:v>
                </c:pt>
                <c:pt idx="119">
                  <c:v>-7.4543053291918474E-2</c:v>
                </c:pt>
                <c:pt idx="120">
                  <c:v>-0.13701429984629379</c:v>
                </c:pt>
                <c:pt idx="121">
                  <c:v>4.0051116442285602E-2</c:v>
                </c:pt>
                <c:pt idx="122">
                  <c:v>-8.7608537389022509E-2</c:v>
                </c:pt>
                <c:pt idx="123">
                  <c:v>-0.123193391614685</c:v>
                </c:pt>
                <c:pt idx="124">
                  <c:v>0.16350211039389853</c:v>
                </c:pt>
                <c:pt idx="125">
                  <c:v>0.15051985184336031</c:v>
                </c:pt>
                <c:pt idx="126">
                  <c:v>-0.23731937330310898</c:v>
                </c:pt>
                <c:pt idx="127">
                  <c:v>-0.11852217522636121</c:v>
                </c:pt>
                <c:pt idx="128">
                  <c:v>0.1675679923446545</c:v>
                </c:pt>
                <c:pt idx="129">
                  <c:v>-0.17835759109212826</c:v>
                </c:pt>
                <c:pt idx="130">
                  <c:v>0.10938729418714598</c:v>
                </c:pt>
                <c:pt idx="131">
                  <c:v>0.25105008590404804</c:v>
                </c:pt>
                <c:pt idx="132">
                  <c:v>-0.16395544046825433</c:v>
                </c:pt>
                <c:pt idx="133">
                  <c:v>0.21916125282640392</c:v>
                </c:pt>
                <c:pt idx="134">
                  <c:v>0.11496260045836022</c:v>
                </c:pt>
                <c:pt idx="135">
                  <c:v>1.9791114922683241E-2</c:v>
                </c:pt>
                <c:pt idx="136">
                  <c:v>1.2798505332481587E-2</c:v>
                </c:pt>
                <c:pt idx="137">
                  <c:v>-0.22001842474464997</c:v>
                </c:pt>
                <c:pt idx="138">
                  <c:v>-2.9530688556281288E-2</c:v>
                </c:pt>
                <c:pt idx="139">
                  <c:v>0.1904798265802132</c:v>
                </c:pt>
                <c:pt idx="140">
                  <c:v>1.5512166413889321E-2</c:v>
                </c:pt>
                <c:pt idx="141">
                  <c:v>-4.8186838658172436E-2</c:v>
                </c:pt>
                <c:pt idx="142">
                  <c:v>0.39944109498991093</c:v>
                </c:pt>
              </c:numCache>
            </c:numRef>
          </c:val>
        </c:ser>
        <c:axId val="208150528"/>
        <c:axId val="208152064"/>
      </c:barChart>
      <c:catAx>
        <c:axId val="208150528"/>
        <c:scaling>
          <c:orientation val="minMax"/>
        </c:scaling>
        <c:axPos val="b"/>
        <c:majorTickMark val="in"/>
        <c:minorTickMark val="in"/>
        <c:tickLblPos val="low"/>
        <c:crossAx val="208152064"/>
        <c:crosses val="autoZero"/>
        <c:auto val="1"/>
        <c:lblAlgn val="ctr"/>
        <c:lblOffset val="100"/>
      </c:catAx>
      <c:valAx>
        <c:axId val="208152064"/>
        <c:scaling>
          <c:orientation val="minMax"/>
        </c:scaling>
        <c:axPos val="l"/>
        <c:majorGridlines/>
        <c:numFmt formatCode="General" sourceLinked="1"/>
        <c:tickLblPos val="nextTo"/>
        <c:crossAx val="208150528"/>
        <c:crosses val="autoZero"/>
        <c:crossBetween val="between"/>
      </c:valAx>
    </c:plotArea>
    <c:legend>
      <c:legendPos val="r"/>
      <c:layout/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plotArea>
      <c:layout/>
      <c:barChart>
        <c:barDir val="col"/>
        <c:grouping val="clustered"/>
        <c:ser>
          <c:idx val="0"/>
          <c:order val="0"/>
          <c:tx>
            <c:strRef>
              <c:f>各行业流通市值因子逐月IC!$U$1</c:f>
              <c:strCache>
                <c:ptCount val="1"/>
                <c:pt idx="0">
                  <c:v>金融</c:v>
                </c:pt>
              </c:strCache>
            </c:strRef>
          </c:tx>
          <c:cat>
            <c:strRef>
              <c:f>各行业流通市值因子逐月IC!$A$2:$A$144</c:f>
              <c:strCache>
                <c:ptCount val="143"/>
                <c:pt idx="0">
                  <c:v>200001</c:v>
                </c:pt>
                <c:pt idx="1">
                  <c:v>200002</c:v>
                </c:pt>
                <c:pt idx="2">
                  <c:v>200003</c:v>
                </c:pt>
                <c:pt idx="3">
                  <c:v>200004</c:v>
                </c:pt>
                <c:pt idx="4">
                  <c:v>200005</c:v>
                </c:pt>
                <c:pt idx="5">
                  <c:v>200006</c:v>
                </c:pt>
                <c:pt idx="6">
                  <c:v>200007</c:v>
                </c:pt>
                <c:pt idx="7">
                  <c:v>200008</c:v>
                </c:pt>
                <c:pt idx="8">
                  <c:v>200009</c:v>
                </c:pt>
                <c:pt idx="9">
                  <c:v>200010</c:v>
                </c:pt>
                <c:pt idx="10">
                  <c:v>200011</c:v>
                </c:pt>
                <c:pt idx="11">
                  <c:v>200012</c:v>
                </c:pt>
                <c:pt idx="12">
                  <c:v>200101</c:v>
                </c:pt>
                <c:pt idx="13">
                  <c:v>200102</c:v>
                </c:pt>
                <c:pt idx="14">
                  <c:v>200103</c:v>
                </c:pt>
                <c:pt idx="15">
                  <c:v>200104</c:v>
                </c:pt>
                <c:pt idx="16">
                  <c:v>200105</c:v>
                </c:pt>
                <c:pt idx="17">
                  <c:v>200106</c:v>
                </c:pt>
                <c:pt idx="18">
                  <c:v>200107</c:v>
                </c:pt>
                <c:pt idx="19">
                  <c:v>200108</c:v>
                </c:pt>
                <c:pt idx="20">
                  <c:v>200109</c:v>
                </c:pt>
                <c:pt idx="21">
                  <c:v>200110</c:v>
                </c:pt>
                <c:pt idx="22">
                  <c:v>200111</c:v>
                </c:pt>
                <c:pt idx="23">
                  <c:v>200112</c:v>
                </c:pt>
                <c:pt idx="24">
                  <c:v>200201</c:v>
                </c:pt>
                <c:pt idx="25">
                  <c:v>200202</c:v>
                </c:pt>
                <c:pt idx="26">
                  <c:v>200203</c:v>
                </c:pt>
                <c:pt idx="27">
                  <c:v>200204</c:v>
                </c:pt>
                <c:pt idx="28">
                  <c:v>200205</c:v>
                </c:pt>
                <c:pt idx="29">
                  <c:v>200206</c:v>
                </c:pt>
                <c:pt idx="30">
                  <c:v>200207</c:v>
                </c:pt>
                <c:pt idx="31">
                  <c:v>200208</c:v>
                </c:pt>
                <c:pt idx="32">
                  <c:v>200209</c:v>
                </c:pt>
                <c:pt idx="33">
                  <c:v>200210</c:v>
                </c:pt>
                <c:pt idx="34">
                  <c:v>200211</c:v>
                </c:pt>
                <c:pt idx="35">
                  <c:v>200212</c:v>
                </c:pt>
                <c:pt idx="36">
                  <c:v>200301</c:v>
                </c:pt>
                <c:pt idx="37">
                  <c:v>200302</c:v>
                </c:pt>
                <c:pt idx="38">
                  <c:v>200303</c:v>
                </c:pt>
                <c:pt idx="39">
                  <c:v>200304</c:v>
                </c:pt>
                <c:pt idx="40">
                  <c:v>200305</c:v>
                </c:pt>
                <c:pt idx="41">
                  <c:v>200306</c:v>
                </c:pt>
                <c:pt idx="42">
                  <c:v>200307</c:v>
                </c:pt>
                <c:pt idx="43">
                  <c:v>200308</c:v>
                </c:pt>
                <c:pt idx="44">
                  <c:v>200309</c:v>
                </c:pt>
                <c:pt idx="45">
                  <c:v>200310</c:v>
                </c:pt>
                <c:pt idx="46">
                  <c:v>200311</c:v>
                </c:pt>
                <c:pt idx="47">
                  <c:v>200312</c:v>
                </c:pt>
                <c:pt idx="48">
                  <c:v>200401</c:v>
                </c:pt>
                <c:pt idx="49">
                  <c:v>200402</c:v>
                </c:pt>
                <c:pt idx="50">
                  <c:v>200403</c:v>
                </c:pt>
                <c:pt idx="51">
                  <c:v>200404</c:v>
                </c:pt>
                <c:pt idx="52">
                  <c:v>200405</c:v>
                </c:pt>
                <c:pt idx="53">
                  <c:v>200406</c:v>
                </c:pt>
                <c:pt idx="54">
                  <c:v>200407</c:v>
                </c:pt>
                <c:pt idx="55">
                  <c:v>200408</c:v>
                </c:pt>
                <c:pt idx="56">
                  <c:v>200409</c:v>
                </c:pt>
                <c:pt idx="57">
                  <c:v>200410</c:v>
                </c:pt>
                <c:pt idx="58">
                  <c:v>200411</c:v>
                </c:pt>
                <c:pt idx="59">
                  <c:v>200412</c:v>
                </c:pt>
                <c:pt idx="60">
                  <c:v>200501</c:v>
                </c:pt>
                <c:pt idx="61">
                  <c:v>200502</c:v>
                </c:pt>
                <c:pt idx="62">
                  <c:v>200503</c:v>
                </c:pt>
                <c:pt idx="63">
                  <c:v>200504</c:v>
                </c:pt>
                <c:pt idx="64">
                  <c:v>200505</c:v>
                </c:pt>
                <c:pt idx="65">
                  <c:v>200506</c:v>
                </c:pt>
                <c:pt idx="66">
                  <c:v>200507</c:v>
                </c:pt>
                <c:pt idx="67">
                  <c:v>200508</c:v>
                </c:pt>
                <c:pt idx="68">
                  <c:v>200509</c:v>
                </c:pt>
                <c:pt idx="69">
                  <c:v>200510</c:v>
                </c:pt>
                <c:pt idx="70">
                  <c:v>200511</c:v>
                </c:pt>
                <c:pt idx="71">
                  <c:v>200512</c:v>
                </c:pt>
                <c:pt idx="72">
                  <c:v>200601</c:v>
                </c:pt>
                <c:pt idx="73">
                  <c:v>200602</c:v>
                </c:pt>
                <c:pt idx="74">
                  <c:v>200603</c:v>
                </c:pt>
                <c:pt idx="75">
                  <c:v>200604</c:v>
                </c:pt>
                <c:pt idx="76">
                  <c:v>200605</c:v>
                </c:pt>
                <c:pt idx="77">
                  <c:v>200606</c:v>
                </c:pt>
                <c:pt idx="78">
                  <c:v>200607</c:v>
                </c:pt>
                <c:pt idx="79">
                  <c:v>200608</c:v>
                </c:pt>
                <c:pt idx="80">
                  <c:v>200609</c:v>
                </c:pt>
                <c:pt idx="81">
                  <c:v>200610</c:v>
                </c:pt>
                <c:pt idx="82">
                  <c:v>200611</c:v>
                </c:pt>
                <c:pt idx="83">
                  <c:v>200612</c:v>
                </c:pt>
                <c:pt idx="84">
                  <c:v>200701</c:v>
                </c:pt>
                <c:pt idx="85">
                  <c:v>200702</c:v>
                </c:pt>
                <c:pt idx="86">
                  <c:v>200703</c:v>
                </c:pt>
                <c:pt idx="87">
                  <c:v>200704</c:v>
                </c:pt>
                <c:pt idx="88">
                  <c:v>200705</c:v>
                </c:pt>
                <c:pt idx="89">
                  <c:v>200706</c:v>
                </c:pt>
                <c:pt idx="90">
                  <c:v>200707</c:v>
                </c:pt>
                <c:pt idx="91">
                  <c:v>200708</c:v>
                </c:pt>
                <c:pt idx="92">
                  <c:v>200709</c:v>
                </c:pt>
                <c:pt idx="93">
                  <c:v>200710</c:v>
                </c:pt>
                <c:pt idx="94">
                  <c:v>200711</c:v>
                </c:pt>
                <c:pt idx="95">
                  <c:v>200712</c:v>
                </c:pt>
                <c:pt idx="96">
                  <c:v>200801</c:v>
                </c:pt>
                <c:pt idx="97">
                  <c:v>200802</c:v>
                </c:pt>
                <c:pt idx="98">
                  <c:v>200803</c:v>
                </c:pt>
                <c:pt idx="99">
                  <c:v>200804</c:v>
                </c:pt>
                <c:pt idx="100">
                  <c:v>200805</c:v>
                </c:pt>
                <c:pt idx="101">
                  <c:v>200806</c:v>
                </c:pt>
                <c:pt idx="102">
                  <c:v>200807</c:v>
                </c:pt>
                <c:pt idx="103">
                  <c:v>200808</c:v>
                </c:pt>
                <c:pt idx="104">
                  <c:v>200809</c:v>
                </c:pt>
                <c:pt idx="105">
                  <c:v>200810</c:v>
                </c:pt>
                <c:pt idx="106">
                  <c:v>200811</c:v>
                </c:pt>
                <c:pt idx="107">
                  <c:v>200812</c:v>
                </c:pt>
                <c:pt idx="108">
                  <c:v>200901</c:v>
                </c:pt>
                <c:pt idx="109">
                  <c:v>200902</c:v>
                </c:pt>
                <c:pt idx="110">
                  <c:v>200903</c:v>
                </c:pt>
                <c:pt idx="111">
                  <c:v>200904</c:v>
                </c:pt>
                <c:pt idx="112">
                  <c:v>200905</c:v>
                </c:pt>
                <c:pt idx="113">
                  <c:v>200906</c:v>
                </c:pt>
                <c:pt idx="114">
                  <c:v>200907</c:v>
                </c:pt>
                <c:pt idx="115">
                  <c:v>200908</c:v>
                </c:pt>
                <c:pt idx="116">
                  <c:v>200909</c:v>
                </c:pt>
                <c:pt idx="117">
                  <c:v>200910</c:v>
                </c:pt>
                <c:pt idx="118">
                  <c:v>200911</c:v>
                </c:pt>
                <c:pt idx="119">
                  <c:v>200912</c:v>
                </c:pt>
                <c:pt idx="120">
                  <c:v>201001</c:v>
                </c:pt>
                <c:pt idx="121">
                  <c:v>201002</c:v>
                </c:pt>
                <c:pt idx="122">
                  <c:v>201003</c:v>
                </c:pt>
                <c:pt idx="123">
                  <c:v>201004</c:v>
                </c:pt>
                <c:pt idx="124">
                  <c:v>201005</c:v>
                </c:pt>
                <c:pt idx="125">
                  <c:v>201006</c:v>
                </c:pt>
                <c:pt idx="126">
                  <c:v>201007</c:v>
                </c:pt>
                <c:pt idx="127">
                  <c:v>201008</c:v>
                </c:pt>
                <c:pt idx="128">
                  <c:v>201009</c:v>
                </c:pt>
                <c:pt idx="129">
                  <c:v>201010</c:v>
                </c:pt>
                <c:pt idx="130">
                  <c:v>201011</c:v>
                </c:pt>
                <c:pt idx="131">
                  <c:v>201012</c:v>
                </c:pt>
                <c:pt idx="132">
                  <c:v>201101</c:v>
                </c:pt>
                <c:pt idx="133">
                  <c:v>201102</c:v>
                </c:pt>
                <c:pt idx="134">
                  <c:v>201103</c:v>
                </c:pt>
                <c:pt idx="135">
                  <c:v>201104</c:v>
                </c:pt>
                <c:pt idx="136">
                  <c:v>201105</c:v>
                </c:pt>
                <c:pt idx="137">
                  <c:v>201106</c:v>
                </c:pt>
                <c:pt idx="138">
                  <c:v>201107</c:v>
                </c:pt>
                <c:pt idx="139">
                  <c:v>201108</c:v>
                </c:pt>
                <c:pt idx="140">
                  <c:v>201109</c:v>
                </c:pt>
                <c:pt idx="141">
                  <c:v>201110</c:v>
                </c:pt>
                <c:pt idx="142">
                  <c:v>201111</c:v>
                </c:pt>
              </c:strCache>
            </c:strRef>
          </c:cat>
          <c:val>
            <c:numRef>
              <c:f>各行业流通市值因子逐月IC!$U$2:$U$144</c:f>
              <c:numCache>
                <c:formatCode>General</c:formatCode>
                <c:ptCount val="143"/>
                <c:pt idx="0">
                  <c:v>-0.26959500923609575</c:v>
                </c:pt>
                <c:pt idx="1">
                  <c:v>-0.27145092201335108</c:v>
                </c:pt>
                <c:pt idx="2">
                  <c:v>-0.45682358061637302</c:v>
                </c:pt>
                <c:pt idx="3">
                  <c:v>0.3080338935625625</c:v>
                </c:pt>
                <c:pt idx="4">
                  <c:v>-0.12548310416570499</c:v>
                </c:pt>
                <c:pt idx="5">
                  <c:v>-0.22690151078702528</c:v>
                </c:pt>
                <c:pt idx="6">
                  <c:v>-0.13575144018017343</c:v>
                </c:pt>
                <c:pt idx="7">
                  <c:v>0.18183337728705101</c:v>
                </c:pt>
                <c:pt idx="8">
                  <c:v>-0.26748683465964812</c:v>
                </c:pt>
                <c:pt idx="9">
                  <c:v>8.4228457248004526E-2</c:v>
                </c:pt>
                <c:pt idx="10">
                  <c:v>-0.22582834875072699</c:v>
                </c:pt>
                <c:pt idx="11">
                  <c:v>-0.26495664961339499</c:v>
                </c:pt>
                <c:pt idx="12">
                  <c:v>0.28181645684143197</c:v>
                </c:pt>
                <c:pt idx="13">
                  <c:v>-4.9315690145284162E-2</c:v>
                </c:pt>
                <c:pt idx="14">
                  <c:v>-0.58093587671366098</c:v>
                </c:pt>
                <c:pt idx="15">
                  <c:v>-0.51264600886897205</c:v>
                </c:pt>
                <c:pt idx="16">
                  <c:v>-0.27972548829053701</c:v>
                </c:pt>
                <c:pt idx="17">
                  <c:v>-9.2607950659420096E-2</c:v>
                </c:pt>
                <c:pt idx="18">
                  <c:v>-0.54947421662725104</c:v>
                </c:pt>
                <c:pt idx="19">
                  <c:v>3.6909340548808782E-2</c:v>
                </c:pt>
                <c:pt idx="20">
                  <c:v>0.56199541413989562</c:v>
                </c:pt>
                <c:pt idx="21">
                  <c:v>-0.5745167480261385</c:v>
                </c:pt>
                <c:pt idx="22">
                  <c:v>0.17323489967102237</c:v>
                </c:pt>
                <c:pt idx="23">
                  <c:v>0.247736879609013</c:v>
                </c:pt>
                <c:pt idx="24">
                  <c:v>-0.81090399935740398</c:v>
                </c:pt>
                <c:pt idx="25">
                  <c:v>8.872445913079266E-2</c:v>
                </c:pt>
                <c:pt idx="26">
                  <c:v>-0.40561484661492808</c:v>
                </c:pt>
                <c:pt idx="27">
                  <c:v>-9.683925263871862E-2</c:v>
                </c:pt>
                <c:pt idx="28">
                  <c:v>0.77090474950988774</c:v>
                </c:pt>
                <c:pt idx="29">
                  <c:v>0.49717247929536712</c:v>
                </c:pt>
                <c:pt idx="30">
                  <c:v>0.19285802139241001</c:v>
                </c:pt>
                <c:pt idx="31">
                  <c:v>-9.4217599901747703E-2</c:v>
                </c:pt>
                <c:pt idx="32">
                  <c:v>-0.16409300228503301</c:v>
                </c:pt>
                <c:pt idx="33">
                  <c:v>0.34308520338475118</c:v>
                </c:pt>
                <c:pt idx="34">
                  <c:v>-0.44874965374421</c:v>
                </c:pt>
                <c:pt idx="35">
                  <c:v>0.23317672169363463</c:v>
                </c:pt>
                <c:pt idx="36">
                  <c:v>-0.60651454097871349</c:v>
                </c:pt>
                <c:pt idx="37">
                  <c:v>0.55331311341661749</c:v>
                </c:pt>
                <c:pt idx="38">
                  <c:v>0.64446490401565959</c:v>
                </c:pt>
                <c:pt idx="39">
                  <c:v>-0.25754048546512975</c:v>
                </c:pt>
                <c:pt idx="40">
                  <c:v>-0.21600522221901997</c:v>
                </c:pt>
                <c:pt idx="41">
                  <c:v>-4.2608627754636468E-2</c:v>
                </c:pt>
                <c:pt idx="42">
                  <c:v>-0.36038721434531856</c:v>
                </c:pt>
                <c:pt idx="43">
                  <c:v>-4.8503503795707295E-2</c:v>
                </c:pt>
                <c:pt idx="44">
                  <c:v>0.308200608651096</c:v>
                </c:pt>
                <c:pt idx="45">
                  <c:v>3.3185289617238885E-2</c:v>
                </c:pt>
                <c:pt idx="46">
                  <c:v>0.57590368092206656</c:v>
                </c:pt>
                <c:pt idx="47">
                  <c:v>-0.10526704638506702</c:v>
                </c:pt>
                <c:pt idx="48">
                  <c:v>-0.56889989930405538</c:v>
                </c:pt>
                <c:pt idx="49">
                  <c:v>4.548017784457279E-2</c:v>
                </c:pt>
                <c:pt idx="50">
                  <c:v>0.49184318604044186</c:v>
                </c:pt>
                <c:pt idx="51">
                  <c:v>-0.33338989337044073</c:v>
                </c:pt>
                <c:pt idx="52">
                  <c:v>0.33655034826006075</c:v>
                </c:pt>
                <c:pt idx="53">
                  <c:v>0.38857340442766275</c:v>
                </c:pt>
                <c:pt idx="54">
                  <c:v>0.35495852933156163</c:v>
                </c:pt>
                <c:pt idx="55">
                  <c:v>-0.42896335378857597</c:v>
                </c:pt>
                <c:pt idx="56">
                  <c:v>-9.8227998731537577E-2</c:v>
                </c:pt>
                <c:pt idx="57">
                  <c:v>-0.68818597176221663</c:v>
                </c:pt>
                <c:pt idx="58">
                  <c:v>-0.111936565867274</c:v>
                </c:pt>
                <c:pt idx="59">
                  <c:v>0.42924441978164163</c:v>
                </c:pt>
                <c:pt idx="60">
                  <c:v>-0.21700534216178244</c:v>
                </c:pt>
                <c:pt idx="61">
                  <c:v>0.32535092088360612</c:v>
                </c:pt>
                <c:pt idx="62">
                  <c:v>0.18233468871080299</c:v>
                </c:pt>
                <c:pt idx="63">
                  <c:v>-0.1232317338572942</c:v>
                </c:pt>
                <c:pt idx="64">
                  <c:v>8.3943642252758396E-2</c:v>
                </c:pt>
                <c:pt idx="65">
                  <c:v>0.64257368593852304</c:v>
                </c:pt>
                <c:pt idx="66">
                  <c:v>-0.457098659316518</c:v>
                </c:pt>
                <c:pt idx="67">
                  <c:v>-0.35138991066899838</c:v>
                </c:pt>
                <c:pt idx="68">
                  <c:v>-0.18814129997792553</c:v>
                </c:pt>
                <c:pt idx="69">
                  <c:v>0.32732115329477418</c:v>
                </c:pt>
                <c:pt idx="70">
                  <c:v>0.11366006125261119</c:v>
                </c:pt>
                <c:pt idx="71">
                  <c:v>0.24597466211213431</c:v>
                </c:pt>
                <c:pt idx="72">
                  <c:v>0.36316574784894756</c:v>
                </c:pt>
                <c:pt idx="73">
                  <c:v>-0.11684618390059009</c:v>
                </c:pt>
                <c:pt idx="74">
                  <c:v>-5.6107905510272296E-2</c:v>
                </c:pt>
                <c:pt idx="75">
                  <c:v>-0.63529890265022326</c:v>
                </c:pt>
                <c:pt idx="76">
                  <c:v>-0.18163626557670931</c:v>
                </c:pt>
                <c:pt idx="77">
                  <c:v>5.4733789157252612E-2</c:v>
                </c:pt>
                <c:pt idx="78">
                  <c:v>7.8238987341364294E-2</c:v>
                </c:pt>
                <c:pt idx="79">
                  <c:v>-7.1246366157895299E-2</c:v>
                </c:pt>
                <c:pt idx="80">
                  <c:v>0.40305701923473902</c:v>
                </c:pt>
                <c:pt idx="81">
                  <c:v>0.69765524793033795</c:v>
                </c:pt>
                <c:pt idx="82">
                  <c:v>0.54245006788241457</c:v>
                </c:pt>
                <c:pt idx="83">
                  <c:v>-0.40476840558113403</c:v>
                </c:pt>
                <c:pt idx="84">
                  <c:v>-0.69841925849194797</c:v>
                </c:pt>
                <c:pt idx="85">
                  <c:v>-0.25342190714915375</c:v>
                </c:pt>
                <c:pt idx="86">
                  <c:v>-0.37847753610038798</c:v>
                </c:pt>
                <c:pt idx="87">
                  <c:v>8.5279824729504197E-2</c:v>
                </c:pt>
                <c:pt idx="88">
                  <c:v>0.31496049640477763</c:v>
                </c:pt>
                <c:pt idx="89">
                  <c:v>-0.13758034346750328</c:v>
                </c:pt>
                <c:pt idx="90">
                  <c:v>-0.52657622817871097</c:v>
                </c:pt>
                <c:pt idx="91">
                  <c:v>-0.35214199923880857</c:v>
                </c:pt>
                <c:pt idx="92">
                  <c:v>0.28076241023588738</c:v>
                </c:pt>
                <c:pt idx="93">
                  <c:v>-0.26213370654895979</c:v>
                </c:pt>
                <c:pt idx="94">
                  <c:v>-0.54384735508886894</c:v>
                </c:pt>
                <c:pt idx="95">
                  <c:v>-0.50418112739413601</c:v>
                </c:pt>
                <c:pt idx="96">
                  <c:v>3.3096154125639397E-2</c:v>
                </c:pt>
                <c:pt idx="97">
                  <c:v>0.53745263285781797</c:v>
                </c:pt>
                <c:pt idx="98">
                  <c:v>-0.3228163940496625</c:v>
                </c:pt>
                <c:pt idx="99">
                  <c:v>-0.54430170086499396</c:v>
                </c:pt>
                <c:pt idx="100">
                  <c:v>0.20223828539602756</c:v>
                </c:pt>
                <c:pt idx="101">
                  <c:v>-0.26975910423898503</c:v>
                </c:pt>
                <c:pt idx="102">
                  <c:v>0.534679755819363</c:v>
                </c:pt>
                <c:pt idx="103">
                  <c:v>-0.58961538819759096</c:v>
                </c:pt>
                <c:pt idx="104">
                  <c:v>0.39617846754941549</c:v>
                </c:pt>
                <c:pt idx="105">
                  <c:v>0.10292323559998012</c:v>
                </c:pt>
                <c:pt idx="106">
                  <c:v>0.20794493556194657</c:v>
                </c:pt>
                <c:pt idx="107">
                  <c:v>1.79418369039589E-2</c:v>
                </c:pt>
                <c:pt idx="108">
                  <c:v>-0.30362169220458757</c:v>
                </c:pt>
                <c:pt idx="109">
                  <c:v>-0.47935267136448351</c:v>
                </c:pt>
                <c:pt idx="110">
                  <c:v>3.3501682404529616E-2</c:v>
                </c:pt>
                <c:pt idx="111">
                  <c:v>-0.21169139352868499</c:v>
                </c:pt>
                <c:pt idx="112">
                  <c:v>0.58668707409482102</c:v>
                </c:pt>
                <c:pt idx="113">
                  <c:v>-9.3294360065254628E-2</c:v>
                </c:pt>
                <c:pt idx="114">
                  <c:v>-0.3965033565754465</c:v>
                </c:pt>
                <c:pt idx="115">
                  <c:v>0.22252710159714828</c:v>
                </c:pt>
                <c:pt idx="116">
                  <c:v>-0.38880498165507943</c:v>
                </c:pt>
                <c:pt idx="117">
                  <c:v>-0.54879087412111138</c:v>
                </c:pt>
                <c:pt idx="118">
                  <c:v>5.1428234025765913E-2</c:v>
                </c:pt>
                <c:pt idx="119">
                  <c:v>-0.16507189991333687</c:v>
                </c:pt>
                <c:pt idx="120">
                  <c:v>-0.25881568287470763</c:v>
                </c:pt>
                <c:pt idx="121">
                  <c:v>0.36736292417469313</c:v>
                </c:pt>
                <c:pt idx="122">
                  <c:v>0.20981877464309001</c:v>
                </c:pt>
                <c:pt idx="123">
                  <c:v>0.36495481675712332</c:v>
                </c:pt>
                <c:pt idx="124">
                  <c:v>0.131919645928183</c:v>
                </c:pt>
                <c:pt idx="125">
                  <c:v>-0.119546329172787</c:v>
                </c:pt>
                <c:pt idx="126">
                  <c:v>-0.44587669040161232</c:v>
                </c:pt>
                <c:pt idx="127">
                  <c:v>-0.10514205598703517</c:v>
                </c:pt>
                <c:pt idx="128">
                  <c:v>2.6338813812919984E-2</c:v>
                </c:pt>
                <c:pt idx="129">
                  <c:v>-7.3157087313219502E-2</c:v>
                </c:pt>
                <c:pt idx="130">
                  <c:v>0.41803307803387302</c:v>
                </c:pt>
                <c:pt idx="131">
                  <c:v>0.37358456683893387</c:v>
                </c:pt>
                <c:pt idx="132">
                  <c:v>-0.4521332427757615</c:v>
                </c:pt>
                <c:pt idx="133">
                  <c:v>0.10477590985304013</c:v>
                </c:pt>
                <c:pt idx="134">
                  <c:v>-0.13948277759027825</c:v>
                </c:pt>
                <c:pt idx="135">
                  <c:v>-9.4872316376307564E-4</c:v>
                </c:pt>
                <c:pt idx="136">
                  <c:v>-0.15949314437676657</c:v>
                </c:pt>
                <c:pt idx="137">
                  <c:v>-0.39813211397389775</c:v>
                </c:pt>
                <c:pt idx="138">
                  <c:v>7.7463925811760842E-2</c:v>
                </c:pt>
                <c:pt idx="139">
                  <c:v>0.13176697279063901</c:v>
                </c:pt>
                <c:pt idx="140">
                  <c:v>0.4409840878369895</c:v>
                </c:pt>
                <c:pt idx="141">
                  <c:v>0.3751608214032125</c:v>
                </c:pt>
                <c:pt idx="142">
                  <c:v>0.76796537229471451</c:v>
                </c:pt>
              </c:numCache>
            </c:numRef>
          </c:val>
        </c:ser>
        <c:ser>
          <c:idx val="1"/>
          <c:order val="1"/>
          <c:tx>
            <c:strRef>
              <c:f>各行业流通市值因子逐月IC!$B$1</c:f>
              <c:strCache>
                <c:ptCount val="1"/>
                <c:pt idx="0">
                  <c:v>全市场</c:v>
                </c:pt>
              </c:strCache>
            </c:strRef>
          </c:tx>
          <c:val>
            <c:numRef>
              <c:f>各行业流通市值因子逐月IC!$B$2:$B$144</c:f>
              <c:numCache>
                <c:formatCode>General</c:formatCode>
                <c:ptCount val="143"/>
                <c:pt idx="0">
                  <c:v>-1.1116481069230014E-4</c:v>
                </c:pt>
                <c:pt idx="1">
                  <c:v>-0.31208834334750246</c:v>
                </c:pt>
                <c:pt idx="2">
                  <c:v>-4.0798459732970811E-2</c:v>
                </c:pt>
                <c:pt idx="3">
                  <c:v>-1.0778743259028015E-2</c:v>
                </c:pt>
                <c:pt idx="4">
                  <c:v>3.6827361923600012E-2</c:v>
                </c:pt>
                <c:pt idx="5">
                  <c:v>2.411025783454903E-2</c:v>
                </c:pt>
                <c:pt idx="6">
                  <c:v>-0.20490089456665289</c:v>
                </c:pt>
                <c:pt idx="7">
                  <c:v>-0.17806145228096798</c:v>
                </c:pt>
                <c:pt idx="8">
                  <c:v>-0.28693978928591035</c:v>
                </c:pt>
                <c:pt idx="9">
                  <c:v>-0.14688105599345486</c:v>
                </c:pt>
                <c:pt idx="10">
                  <c:v>-0.17855287689356977</c:v>
                </c:pt>
                <c:pt idx="11">
                  <c:v>8.5698761353886724E-2</c:v>
                </c:pt>
                <c:pt idx="12">
                  <c:v>0.20585090293864494</c:v>
                </c:pt>
                <c:pt idx="13">
                  <c:v>-0.20213258618325275</c:v>
                </c:pt>
                <c:pt idx="14">
                  <c:v>6.1193633362652634E-2</c:v>
                </c:pt>
                <c:pt idx="15">
                  <c:v>-0.21495911342184412</c:v>
                </c:pt>
                <c:pt idx="16">
                  <c:v>-0.11534067357372783</c:v>
                </c:pt>
                <c:pt idx="17">
                  <c:v>0.23150384162389293</c:v>
                </c:pt>
                <c:pt idx="18">
                  <c:v>-0.18516969955445298</c:v>
                </c:pt>
                <c:pt idx="19">
                  <c:v>0.17610265106800438</c:v>
                </c:pt>
                <c:pt idx="20">
                  <c:v>0.12960398006866664</c:v>
                </c:pt>
                <c:pt idx="21">
                  <c:v>-0.26214443898341017</c:v>
                </c:pt>
                <c:pt idx="22">
                  <c:v>0.14564348535853192</c:v>
                </c:pt>
                <c:pt idx="23">
                  <c:v>0.28564032496372427</c:v>
                </c:pt>
                <c:pt idx="24">
                  <c:v>-0.28063315251140464</c:v>
                </c:pt>
                <c:pt idx="25">
                  <c:v>-0.25258823715759748</c:v>
                </c:pt>
                <c:pt idx="26">
                  <c:v>-0.1634928283990264</c:v>
                </c:pt>
                <c:pt idx="27">
                  <c:v>2.1281845660137216E-2</c:v>
                </c:pt>
                <c:pt idx="28">
                  <c:v>0.16185493838186429</c:v>
                </c:pt>
                <c:pt idx="29">
                  <c:v>-9.8641010896016526E-2</c:v>
                </c:pt>
                <c:pt idx="30">
                  <c:v>-0.17083184034407514</c:v>
                </c:pt>
                <c:pt idx="31">
                  <c:v>2.7150377919368158E-2</c:v>
                </c:pt>
                <c:pt idx="32">
                  <c:v>0.12052435718576657</c:v>
                </c:pt>
                <c:pt idx="33">
                  <c:v>0.33533999206372067</c:v>
                </c:pt>
                <c:pt idx="34">
                  <c:v>-6.2714462161190004E-2</c:v>
                </c:pt>
                <c:pt idx="35">
                  <c:v>-0.17017608579088606</c:v>
                </c:pt>
                <c:pt idx="36">
                  <c:v>-0.11882102806781203</c:v>
                </c:pt>
                <c:pt idx="37">
                  <c:v>0.2479926640938688</c:v>
                </c:pt>
                <c:pt idx="38">
                  <c:v>0.32772913825490335</c:v>
                </c:pt>
                <c:pt idx="39">
                  <c:v>3.4562847011732581E-2</c:v>
                </c:pt>
                <c:pt idx="40">
                  <c:v>-4.5212850566307958E-2</c:v>
                </c:pt>
                <c:pt idx="41">
                  <c:v>0.14259264939897778</c:v>
                </c:pt>
                <c:pt idx="42">
                  <c:v>-0.16685372517469918</c:v>
                </c:pt>
                <c:pt idx="43">
                  <c:v>4.2721089064630804E-2</c:v>
                </c:pt>
                <c:pt idx="44">
                  <c:v>0.38630968131870441</c:v>
                </c:pt>
                <c:pt idx="45">
                  <c:v>6.8317357793179379E-2</c:v>
                </c:pt>
                <c:pt idx="46">
                  <c:v>0.38183685903642778</c:v>
                </c:pt>
                <c:pt idx="47">
                  <c:v>-0.18440071006802175</c:v>
                </c:pt>
                <c:pt idx="48">
                  <c:v>-0.24504992676391049</c:v>
                </c:pt>
                <c:pt idx="49">
                  <c:v>-0.13161140444837521</c:v>
                </c:pt>
                <c:pt idx="50">
                  <c:v>6.448784697580652E-2</c:v>
                </c:pt>
                <c:pt idx="51">
                  <c:v>-2.2508986598011232E-2</c:v>
                </c:pt>
                <c:pt idx="52">
                  <c:v>7.4144638549080794E-2</c:v>
                </c:pt>
                <c:pt idx="53">
                  <c:v>0.14067802101822538</c:v>
                </c:pt>
                <c:pt idx="54">
                  <c:v>5.2842057362422694E-2</c:v>
                </c:pt>
                <c:pt idx="55">
                  <c:v>9.9190642578817642E-2</c:v>
                </c:pt>
                <c:pt idx="56">
                  <c:v>0.21301031036619364</c:v>
                </c:pt>
                <c:pt idx="57">
                  <c:v>-0.38588872213887776</c:v>
                </c:pt>
                <c:pt idx="58">
                  <c:v>0.13044073825801139</c:v>
                </c:pt>
                <c:pt idx="59">
                  <c:v>-2.2634013423137225E-2</c:v>
                </c:pt>
                <c:pt idx="60">
                  <c:v>-0.10085639916180975</c:v>
                </c:pt>
                <c:pt idx="61">
                  <c:v>0.16895376217996771</c:v>
                </c:pt>
                <c:pt idx="62">
                  <c:v>0.30093210417421273</c:v>
                </c:pt>
                <c:pt idx="63">
                  <c:v>-0.20976632174981621</c:v>
                </c:pt>
                <c:pt idx="64">
                  <c:v>1.4657892806641761E-2</c:v>
                </c:pt>
                <c:pt idx="65">
                  <c:v>0.27966102670422915</c:v>
                </c:pt>
                <c:pt idx="66">
                  <c:v>-0.50715262678433937</c:v>
                </c:pt>
                <c:pt idx="67">
                  <c:v>-0.14067295619319634</c:v>
                </c:pt>
                <c:pt idx="68">
                  <c:v>2.7660770469232956E-2</c:v>
                </c:pt>
                <c:pt idx="69">
                  <c:v>-0.26959923380528478</c:v>
                </c:pt>
                <c:pt idx="70">
                  <c:v>0.36213009407892066</c:v>
                </c:pt>
                <c:pt idx="71">
                  <c:v>0.14056746291677424</c:v>
                </c:pt>
                <c:pt idx="72">
                  <c:v>-5.9179696223598297E-2</c:v>
                </c:pt>
                <c:pt idx="73">
                  <c:v>0.11448699969822491</c:v>
                </c:pt>
                <c:pt idx="74">
                  <c:v>0.16814876980575869</c:v>
                </c:pt>
                <c:pt idx="75">
                  <c:v>-0.19761466542179501</c:v>
                </c:pt>
                <c:pt idx="76">
                  <c:v>-0.15807856648269103</c:v>
                </c:pt>
                <c:pt idx="77">
                  <c:v>-0.22539941566081453</c:v>
                </c:pt>
                <c:pt idx="78">
                  <c:v>1.5117517672919413E-2</c:v>
                </c:pt>
                <c:pt idx="79">
                  <c:v>-0.17808160018939556</c:v>
                </c:pt>
                <c:pt idx="80">
                  <c:v>0.19132850832755818</c:v>
                </c:pt>
                <c:pt idx="81">
                  <c:v>0.53749509259706663</c:v>
                </c:pt>
                <c:pt idx="82">
                  <c:v>0.32205873983399785</c:v>
                </c:pt>
                <c:pt idx="83">
                  <c:v>-0.14056059714810951</c:v>
                </c:pt>
                <c:pt idx="84">
                  <c:v>-0.28713942968747208</c:v>
                </c:pt>
                <c:pt idx="85">
                  <c:v>-0.35630710981847991</c:v>
                </c:pt>
                <c:pt idx="86">
                  <c:v>-5.5314594082170834E-2</c:v>
                </c:pt>
                <c:pt idx="87">
                  <c:v>5.9946388458122592E-2</c:v>
                </c:pt>
                <c:pt idx="88">
                  <c:v>0.2364067791433892</c:v>
                </c:pt>
                <c:pt idx="89">
                  <c:v>-0.24398485236308973</c:v>
                </c:pt>
                <c:pt idx="90">
                  <c:v>3.9135663975898752E-2</c:v>
                </c:pt>
                <c:pt idx="91">
                  <c:v>5.4699951351162804E-2</c:v>
                </c:pt>
                <c:pt idx="92">
                  <c:v>0.35553495169945054</c:v>
                </c:pt>
                <c:pt idx="93">
                  <c:v>-0.50633256815392036</c:v>
                </c:pt>
                <c:pt idx="94">
                  <c:v>-0.17573150574520324</c:v>
                </c:pt>
                <c:pt idx="95">
                  <c:v>-0.21061292950945831</c:v>
                </c:pt>
                <c:pt idx="96">
                  <c:v>-0.35387099986513315</c:v>
                </c:pt>
                <c:pt idx="97">
                  <c:v>-6.986965415573787E-2</c:v>
                </c:pt>
                <c:pt idx="98">
                  <c:v>0.2162645202487232</c:v>
                </c:pt>
                <c:pt idx="99">
                  <c:v>-0.20494697653952398</c:v>
                </c:pt>
                <c:pt idx="100">
                  <c:v>0.18114000929646856</c:v>
                </c:pt>
                <c:pt idx="101">
                  <c:v>-0.35800377947917877</c:v>
                </c:pt>
                <c:pt idx="102">
                  <c:v>0.14628573440138759</c:v>
                </c:pt>
                <c:pt idx="103">
                  <c:v>0.1389367066155949</c:v>
                </c:pt>
                <c:pt idx="104">
                  <c:v>1.9936283808178464E-2</c:v>
                </c:pt>
                <c:pt idx="105">
                  <c:v>-0.25427871870782132</c:v>
                </c:pt>
                <c:pt idx="106">
                  <c:v>-0.18839469455603325</c:v>
                </c:pt>
                <c:pt idx="107">
                  <c:v>-0.16738080980555517</c:v>
                </c:pt>
                <c:pt idx="108">
                  <c:v>-0.16227586418147241</c:v>
                </c:pt>
                <c:pt idx="109">
                  <c:v>-0.14669247995077533</c:v>
                </c:pt>
                <c:pt idx="110">
                  <c:v>-7.0181738288474321E-2</c:v>
                </c:pt>
                <c:pt idx="111">
                  <c:v>-0.12759136605784599</c:v>
                </c:pt>
                <c:pt idx="112">
                  <c:v>0.19174526831746647</c:v>
                </c:pt>
                <c:pt idx="113">
                  <c:v>7.6168527904891398E-2</c:v>
                </c:pt>
                <c:pt idx="114">
                  <c:v>-0.24226540922369424</c:v>
                </c:pt>
                <c:pt idx="115">
                  <c:v>3.6936462866080683E-2</c:v>
                </c:pt>
                <c:pt idx="116">
                  <c:v>-8.8363678388413108E-2</c:v>
                </c:pt>
                <c:pt idx="117">
                  <c:v>-0.27176451524130391</c:v>
                </c:pt>
                <c:pt idx="118">
                  <c:v>-7.8577172925156272E-2</c:v>
                </c:pt>
                <c:pt idx="119">
                  <c:v>-0.28549205908290531</c:v>
                </c:pt>
                <c:pt idx="120">
                  <c:v>-0.19082654186154097</c:v>
                </c:pt>
                <c:pt idx="121">
                  <c:v>-0.12642228777699982</c:v>
                </c:pt>
                <c:pt idx="122">
                  <c:v>-1.1419759175585025E-2</c:v>
                </c:pt>
                <c:pt idx="123">
                  <c:v>3.1587333615680238E-2</c:v>
                </c:pt>
                <c:pt idx="124">
                  <c:v>9.1657336926360064E-2</c:v>
                </c:pt>
                <c:pt idx="125">
                  <c:v>-0.17109433149926601</c:v>
                </c:pt>
                <c:pt idx="126">
                  <c:v>-0.22107908619127278</c:v>
                </c:pt>
                <c:pt idx="127">
                  <c:v>2.3320327799625756E-2</c:v>
                </c:pt>
                <c:pt idx="128">
                  <c:v>0.19699083240967991</c:v>
                </c:pt>
                <c:pt idx="129">
                  <c:v>-0.21161371466716294</c:v>
                </c:pt>
                <c:pt idx="130">
                  <c:v>0.14168382698987717</c:v>
                </c:pt>
                <c:pt idx="131">
                  <c:v>9.2226970231091845E-2</c:v>
                </c:pt>
                <c:pt idx="132">
                  <c:v>-0.17229742451342397</c:v>
                </c:pt>
                <c:pt idx="133">
                  <c:v>-6.6796784162214004E-2</c:v>
                </c:pt>
                <c:pt idx="134">
                  <c:v>6.2852777975362414E-2</c:v>
                </c:pt>
                <c:pt idx="135">
                  <c:v>7.2482939348419206E-2</c:v>
                </c:pt>
                <c:pt idx="136">
                  <c:v>1.0602228903177045E-2</c:v>
                </c:pt>
                <c:pt idx="137">
                  <c:v>-0.16343265400016074</c:v>
                </c:pt>
                <c:pt idx="138">
                  <c:v>-8.4047872169738747E-2</c:v>
                </c:pt>
                <c:pt idx="139">
                  <c:v>0.12898585700432474</c:v>
                </c:pt>
                <c:pt idx="140">
                  <c:v>-1.1216599707009323E-2</c:v>
                </c:pt>
                <c:pt idx="141">
                  <c:v>5.9490280772911373E-2</c:v>
                </c:pt>
                <c:pt idx="142">
                  <c:v>0.29146069322989526</c:v>
                </c:pt>
              </c:numCache>
            </c:numRef>
          </c:val>
        </c:ser>
        <c:axId val="208283904"/>
        <c:axId val="208322560"/>
      </c:barChart>
      <c:catAx>
        <c:axId val="208283904"/>
        <c:scaling>
          <c:orientation val="minMax"/>
        </c:scaling>
        <c:axPos val="b"/>
        <c:majorTickMark val="in"/>
        <c:minorTickMark val="in"/>
        <c:tickLblPos val="low"/>
        <c:crossAx val="208322560"/>
        <c:crosses val="autoZero"/>
        <c:auto val="1"/>
        <c:lblAlgn val="ctr"/>
        <c:lblOffset val="100"/>
      </c:catAx>
      <c:valAx>
        <c:axId val="208322560"/>
        <c:scaling>
          <c:orientation val="minMax"/>
        </c:scaling>
        <c:axPos val="l"/>
        <c:majorGridlines/>
        <c:numFmt formatCode="General" sourceLinked="1"/>
        <c:tickLblPos val="nextTo"/>
        <c:crossAx val="208283904"/>
        <c:crosses val="autoZero"/>
        <c:crossBetween val="between"/>
      </c:valAx>
    </c:plotArea>
    <c:legend>
      <c:legendPos val="r"/>
      <c:layout/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title>
      <c:tx>
        <c:rich>
          <a:bodyPr/>
          <a:lstStyle/>
          <a:p>
            <a:pPr>
              <a:defRPr sz="1050"/>
            </a:pPr>
            <a:r>
              <a:rPr lang="zh-CN" altLang="en-US" sz="1050"/>
              <a:t>交运设备</a:t>
            </a:r>
            <a:endParaRPr lang="en-US" sz="1050"/>
          </a:p>
        </c:rich>
      </c:tx>
      <c:layout>
        <c:manualLayout>
          <c:xMode val="edge"/>
          <c:yMode val="edge"/>
          <c:x val="0.30106613143945465"/>
          <c:y val="2.5476246363513692E-2"/>
        </c:manualLayout>
      </c:layout>
      <c:overlay val="1"/>
    </c:title>
    <c:plotArea>
      <c:layout>
        <c:manualLayout>
          <c:layoutTarget val="inner"/>
          <c:xMode val="edge"/>
          <c:yMode val="edge"/>
          <c:x val="6.2666928942609196E-2"/>
          <c:y val="2.0949396450859144E-2"/>
          <c:w val="0.84071459184908925"/>
          <c:h val="0.9338729431059255"/>
        </c:manualLayout>
      </c:layout>
      <c:barChart>
        <c:barDir val="col"/>
        <c:grouping val="clustered"/>
        <c:ser>
          <c:idx val="0"/>
          <c:order val="0"/>
          <c:tx>
            <c:v>行业内因子IC</c:v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cat>
            <c:strRef>
              <c:f>短期因子IC!$A$2:$A$41</c:f>
              <c:strCache>
                <c:ptCount val="40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  <c:pt idx="39">
                  <c:v>存货周转率</c:v>
                </c:pt>
              </c:strCache>
            </c:strRef>
          </c:cat>
          <c:val>
            <c:numRef>
              <c:f>短期因子IC!$K$2:$K$41</c:f>
              <c:numCache>
                <c:formatCode>General</c:formatCode>
                <c:ptCount val="40"/>
                <c:pt idx="0">
                  <c:v>0</c:v>
                </c:pt>
                <c:pt idx="1">
                  <c:v>4.7887075107366901E-2</c:v>
                </c:pt>
                <c:pt idx="2" formatCode="0.00E+00">
                  <c:v>3.3244660784504811E-2</c:v>
                </c:pt>
                <c:pt idx="3">
                  <c:v>2.4921104098453706E-2</c:v>
                </c:pt>
                <c:pt idx="4">
                  <c:v>3.7697108875054099E-2</c:v>
                </c:pt>
                <c:pt idx="5">
                  <c:v>3.3777187595300406E-2</c:v>
                </c:pt>
                <c:pt idx="6">
                  <c:v>1.1374080250161601E-2</c:v>
                </c:pt>
                <c:pt idx="7">
                  <c:v>1.1032401361684601E-2</c:v>
                </c:pt>
                <c:pt idx="8">
                  <c:v>1.6744692967278901E-2</c:v>
                </c:pt>
                <c:pt idx="9">
                  <c:v>1.585989933980763E-2</c:v>
                </c:pt>
                <c:pt idx="10">
                  <c:v>1.5385592356445201E-2</c:v>
                </c:pt>
                <c:pt idx="11">
                  <c:v>1.0276258021893678E-2</c:v>
                </c:pt>
                <c:pt idx="12">
                  <c:v>4.2650256477823802E-3</c:v>
                </c:pt>
                <c:pt idx="13">
                  <c:v>-2.0673365998864894E-3</c:v>
                </c:pt>
                <c:pt idx="14">
                  <c:v>-2.0731911750008344E-3</c:v>
                </c:pt>
                <c:pt idx="15">
                  <c:v>-3.0875650123200597E-4</c:v>
                </c:pt>
                <c:pt idx="16">
                  <c:v>-2.89287365781845E-2</c:v>
                </c:pt>
                <c:pt idx="17">
                  <c:v>-5.92796115858834E-2</c:v>
                </c:pt>
                <c:pt idx="18">
                  <c:v>-6.2894279946378806E-2</c:v>
                </c:pt>
                <c:pt idx="19">
                  <c:v>-5.1479176393685266E-2</c:v>
                </c:pt>
                <c:pt idx="20">
                  <c:v>-0.10678979286345602</c:v>
                </c:pt>
                <c:pt idx="21">
                  <c:v>-7.1096864861941653E-2</c:v>
                </c:pt>
                <c:pt idx="22">
                  <c:v>-2.1983152267655549E-2</c:v>
                </c:pt>
                <c:pt idx="23">
                  <c:v>1.6610797558328099E-2</c:v>
                </c:pt>
                <c:pt idx="24">
                  <c:v>1.7512746462075E-3</c:v>
                </c:pt>
                <c:pt idx="25">
                  <c:v>3.5184747524637815E-2</c:v>
                </c:pt>
                <c:pt idx="26" formatCode="0.00E+00">
                  <c:v>-5.1015291607966253E-6</c:v>
                </c:pt>
                <c:pt idx="27">
                  <c:v>-6.4438118740784023E-3</c:v>
                </c:pt>
                <c:pt idx="28">
                  <c:v>1.9877152317660934E-2</c:v>
                </c:pt>
                <c:pt idx="29">
                  <c:v>1.2566591799677238E-2</c:v>
                </c:pt>
                <c:pt idx="30">
                  <c:v>-2.0857764620631498E-2</c:v>
                </c:pt>
                <c:pt idx="31">
                  <c:v>-1.8605873949739542E-2</c:v>
                </c:pt>
                <c:pt idx="32">
                  <c:v>-1.3800514132071801E-2</c:v>
                </c:pt>
                <c:pt idx="33" formatCode="0.00E+00">
                  <c:v>5.1601676022593586E-5</c:v>
                </c:pt>
                <c:pt idx="34">
                  <c:v>4.5210488369953797E-2</c:v>
                </c:pt>
                <c:pt idx="35">
                  <c:v>-2.2473398713406313E-3</c:v>
                </c:pt>
                <c:pt idx="36">
                  <c:v>2.6939919719863498E-2</c:v>
                </c:pt>
                <c:pt idx="37">
                  <c:v>-3.8488611938897098E-2</c:v>
                </c:pt>
                <c:pt idx="38">
                  <c:v>4.4694854339037804E-2</c:v>
                </c:pt>
                <c:pt idx="39">
                  <c:v>1.7824536731074501E-2</c:v>
                </c:pt>
              </c:numCache>
            </c:numRef>
          </c:val>
        </c:ser>
        <c:ser>
          <c:idx val="1"/>
          <c:order val="1"/>
          <c:tx>
            <c:v>全市场因子IC</c:v>
          </c:tx>
          <c:spPr>
            <a:solidFill>
              <a:srgbClr val="FF0000"/>
            </a:solidFill>
            <a:ln>
              <a:noFill/>
            </a:ln>
            <a:effectLst/>
          </c:spPr>
          <c:cat>
            <c:strRef>
              <c:f>短期因子IC!$A$2:$A$40</c:f>
              <c:strCache>
                <c:ptCount val="39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</c:strCache>
            </c:strRef>
          </c:cat>
          <c:val>
            <c:numRef>
              <c:f>短期因子IC!$B$2:$B$40</c:f>
              <c:numCache>
                <c:formatCode>0.00%</c:formatCode>
                <c:ptCount val="39"/>
                <c:pt idx="0">
                  <c:v>0</c:v>
                </c:pt>
                <c:pt idx="1">
                  <c:v>-9.1000000000000004E-3</c:v>
                </c:pt>
                <c:pt idx="2">
                  <c:v>1.5200000000000003E-2</c:v>
                </c:pt>
                <c:pt idx="3">
                  <c:v>1.2100000000000001E-2</c:v>
                </c:pt>
                <c:pt idx="4">
                  <c:v>-3.0000000000000044E-3</c:v>
                </c:pt>
                <c:pt idx="5">
                  <c:v>1.2699999999999998E-2</c:v>
                </c:pt>
                <c:pt idx="6">
                  <c:v>-3.3000000000000039E-3</c:v>
                </c:pt>
                <c:pt idx="7">
                  <c:v>1.6199999999999999E-2</c:v>
                </c:pt>
                <c:pt idx="8">
                  <c:v>1.2400000000000001E-2</c:v>
                </c:pt>
                <c:pt idx="9">
                  <c:v>1.3500000000000022E-2</c:v>
                </c:pt>
                <c:pt idx="10">
                  <c:v>1.1700000000000028E-2</c:v>
                </c:pt>
                <c:pt idx="11">
                  <c:v>9.0000000000000214E-4</c:v>
                </c:pt>
                <c:pt idx="12">
                  <c:v>-3.100000000000006E-3</c:v>
                </c:pt>
                <c:pt idx="13">
                  <c:v>1.0800000000000021E-2</c:v>
                </c:pt>
                <c:pt idx="14">
                  <c:v>1.1100000000000023E-2</c:v>
                </c:pt>
                <c:pt idx="15">
                  <c:v>-3.0000000000000044E-3</c:v>
                </c:pt>
                <c:pt idx="16">
                  <c:v>-3.9399999999999998E-2</c:v>
                </c:pt>
                <c:pt idx="17">
                  <c:v>-5.3900000000000003E-2</c:v>
                </c:pt>
                <c:pt idx="18">
                  <c:v>-3.1100000000000006E-2</c:v>
                </c:pt>
                <c:pt idx="19">
                  <c:v>-3.2900000000000006E-2</c:v>
                </c:pt>
                <c:pt idx="20">
                  <c:v>-3.09E-2</c:v>
                </c:pt>
                <c:pt idx="21">
                  <c:v>-2.3099999999999999E-2</c:v>
                </c:pt>
                <c:pt idx="22">
                  <c:v>-4.7300000000000092E-2</c:v>
                </c:pt>
                <c:pt idx="23">
                  <c:v>-2.9899999999999999E-2</c:v>
                </c:pt>
                <c:pt idx="24">
                  <c:v>-3.3700000000000001E-2</c:v>
                </c:pt>
                <c:pt idx="25">
                  <c:v>2.01E-2</c:v>
                </c:pt>
                <c:pt idx="26">
                  <c:v>4.5000000000000014E-3</c:v>
                </c:pt>
                <c:pt idx="27">
                  <c:v>1.6100000000000031E-2</c:v>
                </c:pt>
                <c:pt idx="28">
                  <c:v>1.8700000000000033E-2</c:v>
                </c:pt>
                <c:pt idx="29">
                  <c:v>2.8299999999999999E-2</c:v>
                </c:pt>
                <c:pt idx="30">
                  <c:v>2.0000000000000011E-2</c:v>
                </c:pt>
                <c:pt idx="31">
                  <c:v>1.7800000000000003E-2</c:v>
                </c:pt>
                <c:pt idx="32">
                  <c:v>1.1400000000000025E-2</c:v>
                </c:pt>
                <c:pt idx="33">
                  <c:v>1.0200000000000001E-2</c:v>
                </c:pt>
                <c:pt idx="34">
                  <c:v>-1.8400000000000031E-2</c:v>
                </c:pt>
                <c:pt idx="35">
                  <c:v>-2.0000000000000044E-4</c:v>
                </c:pt>
                <c:pt idx="36">
                  <c:v>-2.2400000000000045E-2</c:v>
                </c:pt>
                <c:pt idx="37">
                  <c:v>2.1500000000000002E-2</c:v>
                </c:pt>
                <c:pt idx="38">
                  <c:v>-1.6000000000000021E-2</c:v>
                </c:pt>
              </c:numCache>
            </c:numRef>
          </c:val>
        </c:ser>
        <c:gapWidth val="76"/>
        <c:axId val="208387456"/>
        <c:axId val="208454784"/>
      </c:barChart>
      <c:catAx>
        <c:axId val="208387456"/>
        <c:scaling>
          <c:orientation val="minMax"/>
        </c:scaling>
        <c:axPos val="b"/>
        <c:numFmt formatCode="yyyy/m/d" sourceLinked="0"/>
        <c:majorTickMark val="in"/>
        <c:minorTickMark val="out"/>
        <c:tickLblPos val="low"/>
        <c:txPr>
          <a:bodyPr rot="0" vert="eaVert"/>
          <a:lstStyle/>
          <a:p>
            <a:pPr>
              <a:defRPr sz="600"/>
            </a:pPr>
            <a:endParaRPr lang="zh-CN"/>
          </a:p>
        </c:txPr>
        <c:crossAx val="208454784"/>
        <c:crosses val="autoZero"/>
        <c:auto val="1"/>
        <c:lblAlgn val="ctr"/>
        <c:lblOffset val="100"/>
        <c:tickLblSkip val="1"/>
        <c:tickMarkSkip val="1"/>
      </c:catAx>
      <c:valAx>
        <c:axId val="208454784"/>
        <c:scaling>
          <c:orientation val="minMax"/>
        </c:scaling>
        <c:axPos val="l"/>
        <c:numFmt formatCode="General" sourceLinked="1"/>
        <c:majorTickMark val="none"/>
        <c:tickLblPos val="low"/>
        <c:spPr>
          <a:ln>
            <a:solidFill>
              <a:srgbClr val="002060"/>
            </a:solidFill>
            <a:prstDash val="dash"/>
          </a:ln>
        </c:spPr>
        <c:txPr>
          <a:bodyPr rot="0" vert="horz"/>
          <a:lstStyle/>
          <a:p>
            <a:pPr>
              <a:defRPr/>
            </a:pPr>
            <a:endParaRPr lang="zh-CN"/>
          </a:p>
        </c:txPr>
        <c:crossAx val="208387456"/>
        <c:crosses val="autoZero"/>
        <c:crossBetween val="between"/>
      </c:valAx>
      <c:spPr>
        <a:ln>
          <a:noFill/>
        </a:ln>
      </c:spPr>
    </c:plotArea>
    <c:legend>
      <c:legendPos val="r"/>
      <c:layout>
        <c:manualLayout>
          <c:xMode val="edge"/>
          <c:yMode val="edge"/>
          <c:x val="0.29457300190417535"/>
          <c:y val="8.9949853829247028E-2"/>
          <c:w val="0.11521683098377107"/>
          <c:h val="0.11270574214444255"/>
        </c:manualLayout>
      </c:layout>
    </c:legend>
    <c:plotVisOnly val="1"/>
    <c:dispBlanksAs val="gap"/>
  </c:chart>
  <c:spPr>
    <a:ln>
      <a:solidFill>
        <a:schemeClr val="tx1"/>
      </a:solidFill>
    </a:ln>
  </c:spPr>
  <c:txPr>
    <a:bodyPr/>
    <a:lstStyle/>
    <a:p>
      <a:pPr>
        <a:defRPr sz="800"/>
      </a:pPr>
      <a:endParaRPr lang="zh-CN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title>
      <c:tx>
        <c:rich>
          <a:bodyPr/>
          <a:lstStyle/>
          <a:p>
            <a:pPr>
              <a:defRPr sz="1050"/>
            </a:pPr>
            <a:r>
              <a:rPr lang="zh-CN" altLang="en-US" sz="1050"/>
              <a:t>家用电器</a:t>
            </a:r>
            <a:endParaRPr lang="en-US" sz="1050"/>
          </a:p>
        </c:rich>
      </c:tx>
      <c:layout>
        <c:manualLayout>
          <c:xMode val="edge"/>
          <c:yMode val="edge"/>
          <c:x val="0.30106613143945465"/>
          <c:y val="2.5476246363513692E-2"/>
        </c:manualLayout>
      </c:layout>
      <c:overlay val="1"/>
    </c:title>
    <c:plotArea>
      <c:layout>
        <c:manualLayout>
          <c:layoutTarget val="inner"/>
          <c:xMode val="edge"/>
          <c:yMode val="edge"/>
          <c:x val="6.2666928942609196E-2"/>
          <c:y val="2.0949396450859144E-2"/>
          <c:w val="0.84071459184908925"/>
          <c:h val="0.9338729431059255"/>
        </c:manualLayout>
      </c:layout>
      <c:barChart>
        <c:barDir val="col"/>
        <c:grouping val="clustered"/>
        <c:ser>
          <c:idx val="0"/>
          <c:order val="0"/>
          <c:tx>
            <c:v>行业内因子IC</c:v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cat>
            <c:strRef>
              <c:f>短期因子IC!$A$2:$A$41</c:f>
              <c:strCache>
                <c:ptCount val="40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  <c:pt idx="39">
                  <c:v>存货周转率</c:v>
                </c:pt>
              </c:strCache>
            </c:strRef>
          </c:cat>
          <c:val>
            <c:numRef>
              <c:f>短期因子IC!$M$2:$M$41</c:f>
              <c:numCache>
                <c:formatCode>General</c:formatCode>
                <c:ptCount val="40"/>
                <c:pt idx="0">
                  <c:v>0</c:v>
                </c:pt>
                <c:pt idx="1">
                  <c:v>1.0839248959914876E-2</c:v>
                </c:pt>
                <c:pt idx="2">
                  <c:v>5.266222889818941E-2</c:v>
                </c:pt>
                <c:pt idx="3">
                  <c:v>-1.6494252867435402E-2</c:v>
                </c:pt>
                <c:pt idx="4">
                  <c:v>8.4525228685929377E-3</c:v>
                </c:pt>
                <c:pt idx="5">
                  <c:v>4.8487114413255997E-2</c:v>
                </c:pt>
                <c:pt idx="6">
                  <c:v>-2.5935991548529393E-3</c:v>
                </c:pt>
                <c:pt idx="7">
                  <c:v>3.33427852470189E-3</c:v>
                </c:pt>
                <c:pt idx="8">
                  <c:v>7.3849359416296695E-2</c:v>
                </c:pt>
                <c:pt idx="9">
                  <c:v>2.1356512026942401E-2</c:v>
                </c:pt>
                <c:pt idx="10">
                  <c:v>5.0166522974397689E-3</c:v>
                </c:pt>
                <c:pt idx="11">
                  <c:v>6.9770227016184821E-2</c:v>
                </c:pt>
                <c:pt idx="12">
                  <c:v>-3.1802114518519296E-2</c:v>
                </c:pt>
                <c:pt idx="13">
                  <c:v>7.1243003043053602E-2</c:v>
                </c:pt>
                <c:pt idx="14">
                  <c:v>7.3340466984548922E-2</c:v>
                </c:pt>
                <c:pt idx="15">
                  <c:v>7.0077063742589596E-2</c:v>
                </c:pt>
                <c:pt idx="16">
                  <c:v>-1.7118744101826098E-2</c:v>
                </c:pt>
                <c:pt idx="17">
                  <c:v>1.0591049512347999E-2</c:v>
                </c:pt>
                <c:pt idx="18">
                  <c:v>-3.5528717370752402E-2</c:v>
                </c:pt>
                <c:pt idx="19">
                  <c:v>3.9036759776197201E-2</c:v>
                </c:pt>
                <c:pt idx="20">
                  <c:v>1.8435808849341605E-2</c:v>
                </c:pt>
                <c:pt idx="21">
                  <c:v>1.3723938140597807E-2</c:v>
                </c:pt>
                <c:pt idx="22">
                  <c:v>4.4072093211132993E-2</c:v>
                </c:pt>
                <c:pt idx="23">
                  <c:v>2.3075875108604659E-2</c:v>
                </c:pt>
                <c:pt idx="24">
                  <c:v>3.4031005736860256E-2</c:v>
                </c:pt>
                <c:pt idx="25">
                  <c:v>5.7989184952622142E-3</c:v>
                </c:pt>
                <c:pt idx="26">
                  <c:v>3.6513485217431203E-2</c:v>
                </c:pt>
                <c:pt idx="27">
                  <c:v>3.7919807492279418E-2</c:v>
                </c:pt>
                <c:pt idx="28">
                  <c:v>3.3248353936053902E-2</c:v>
                </c:pt>
                <c:pt idx="29">
                  <c:v>9.6808359759502208E-2</c:v>
                </c:pt>
                <c:pt idx="30">
                  <c:v>4.1287182927033102E-2</c:v>
                </c:pt>
                <c:pt idx="31">
                  <c:v>1.3018715089010601E-2</c:v>
                </c:pt>
                <c:pt idx="32">
                  <c:v>-9.2088147336786497E-2</c:v>
                </c:pt>
                <c:pt idx="33">
                  <c:v>-9.3595740185430543E-2</c:v>
                </c:pt>
                <c:pt idx="34">
                  <c:v>-5.4030400030210937E-2</c:v>
                </c:pt>
                <c:pt idx="35">
                  <c:v>6.8301286899439123E-2</c:v>
                </c:pt>
                <c:pt idx="36">
                  <c:v>4.5017909631196826E-2</c:v>
                </c:pt>
                <c:pt idx="37">
                  <c:v>-2.6280512353023779E-2</c:v>
                </c:pt>
                <c:pt idx="38">
                  <c:v>4.3869253495800585E-2</c:v>
                </c:pt>
                <c:pt idx="39">
                  <c:v>-1.6350177357552838E-2</c:v>
                </c:pt>
              </c:numCache>
            </c:numRef>
          </c:val>
        </c:ser>
        <c:ser>
          <c:idx val="1"/>
          <c:order val="1"/>
          <c:tx>
            <c:v>全市场因子IC</c:v>
          </c:tx>
          <c:spPr>
            <a:solidFill>
              <a:srgbClr val="FF0000"/>
            </a:solidFill>
            <a:ln>
              <a:noFill/>
            </a:ln>
            <a:effectLst/>
          </c:spPr>
          <c:cat>
            <c:strRef>
              <c:f>短期因子IC!$A$2:$A$40</c:f>
              <c:strCache>
                <c:ptCount val="39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</c:strCache>
            </c:strRef>
          </c:cat>
          <c:val>
            <c:numRef>
              <c:f>短期因子IC!$B$2:$B$40</c:f>
              <c:numCache>
                <c:formatCode>0.00%</c:formatCode>
                <c:ptCount val="39"/>
                <c:pt idx="0">
                  <c:v>0</c:v>
                </c:pt>
                <c:pt idx="1">
                  <c:v>-9.1000000000000004E-3</c:v>
                </c:pt>
                <c:pt idx="2">
                  <c:v>1.5200000000000003E-2</c:v>
                </c:pt>
                <c:pt idx="3">
                  <c:v>1.2100000000000001E-2</c:v>
                </c:pt>
                <c:pt idx="4">
                  <c:v>-3.0000000000000044E-3</c:v>
                </c:pt>
                <c:pt idx="5">
                  <c:v>1.2699999999999998E-2</c:v>
                </c:pt>
                <c:pt idx="6">
                  <c:v>-3.3000000000000039E-3</c:v>
                </c:pt>
                <c:pt idx="7">
                  <c:v>1.6199999999999999E-2</c:v>
                </c:pt>
                <c:pt idx="8">
                  <c:v>1.2400000000000001E-2</c:v>
                </c:pt>
                <c:pt idx="9">
                  <c:v>1.3500000000000022E-2</c:v>
                </c:pt>
                <c:pt idx="10">
                  <c:v>1.1700000000000028E-2</c:v>
                </c:pt>
                <c:pt idx="11">
                  <c:v>9.0000000000000214E-4</c:v>
                </c:pt>
                <c:pt idx="12">
                  <c:v>-3.100000000000006E-3</c:v>
                </c:pt>
                <c:pt idx="13">
                  <c:v>1.0800000000000021E-2</c:v>
                </c:pt>
                <c:pt idx="14">
                  <c:v>1.1100000000000023E-2</c:v>
                </c:pt>
                <c:pt idx="15">
                  <c:v>-3.0000000000000044E-3</c:v>
                </c:pt>
                <c:pt idx="16">
                  <c:v>-3.9399999999999998E-2</c:v>
                </c:pt>
                <c:pt idx="17">
                  <c:v>-5.3900000000000003E-2</c:v>
                </c:pt>
                <c:pt idx="18">
                  <c:v>-3.1100000000000006E-2</c:v>
                </c:pt>
                <c:pt idx="19">
                  <c:v>-3.2900000000000006E-2</c:v>
                </c:pt>
                <c:pt idx="20">
                  <c:v>-3.09E-2</c:v>
                </c:pt>
                <c:pt idx="21">
                  <c:v>-2.3099999999999999E-2</c:v>
                </c:pt>
                <c:pt idx="22">
                  <c:v>-4.7300000000000092E-2</c:v>
                </c:pt>
                <c:pt idx="23">
                  <c:v>-2.9899999999999999E-2</c:v>
                </c:pt>
                <c:pt idx="24">
                  <c:v>-3.3700000000000001E-2</c:v>
                </c:pt>
                <c:pt idx="25">
                  <c:v>2.01E-2</c:v>
                </c:pt>
                <c:pt idx="26">
                  <c:v>4.5000000000000014E-3</c:v>
                </c:pt>
                <c:pt idx="27">
                  <c:v>1.6100000000000031E-2</c:v>
                </c:pt>
                <c:pt idx="28">
                  <c:v>1.8700000000000033E-2</c:v>
                </c:pt>
                <c:pt idx="29">
                  <c:v>2.8299999999999999E-2</c:v>
                </c:pt>
                <c:pt idx="30">
                  <c:v>2.0000000000000011E-2</c:v>
                </c:pt>
                <c:pt idx="31">
                  <c:v>1.7800000000000003E-2</c:v>
                </c:pt>
                <c:pt idx="32">
                  <c:v>1.1400000000000025E-2</c:v>
                </c:pt>
                <c:pt idx="33">
                  <c:v>1.0200000000000001E-2</c:v>
                </c:pt>
                <c:pt idx="34">
                  <c:v>-1.8400000000000031E-2</c:v>
                </c:pt>
                <c:pt idx="35">
                  <c:v>-2.0000000000000044E-4</c:v>
                </c:pt>
                <c:pt idx="36">
                  <c:v>-2.2400000000000045E-2</c:v>
                </c:pt>
                <c:pt idx="37">
                  <c:v>2.1500000000000002E-2</c:v>
                </c:pt>
                <c:pt idx="38">
                  <c:v>-1.6000000000000021E-2</c:v>
                </c:pt>
              </c:numCache>
            </c:numRef>
          </c:val>
        </c:ser>
        <c:gapWidth val="76"/>
        <c:axId val="208419072"/>
        <c:axId val="208637952"/>
      </c:barChart>
      <c:catAx>
        <c:axId val="208419072"/>
        <c:scaling>
          <c:orientation val="minMax"/>
        </c:scaling>
        <c:axPos val="b"/>
        <c:numFmt formatCode="yyyy/m/d" sourceLinked="0"/>
        <c:majorTickMark val="in"/>
        <c:minorTickMark val="out"/>
        <c:tickLblPos val="low"/>
        <c:txPr>
          <a:bodyPr rot="0" vert="eaVert"/>
          <a:lstStyle/>
          <a:p>
            <a:pPr>
              <a:defRPr sz="600"/>
            </a:pPr>
            <a:endParaRPr lang="zh-CN"/>
          </a:p>
        </c:txPr>
        <c:crossAx val="208637952"/>
        <c:crosses val="autoZero"/>
        <c:auto val="1"/>
        <c:lblAlgn val="ctr"/>
        <c:lblOffset val="100"/>
        <c:tickLblSkip val="1"/>
        <c:tickMarkSkip val="1"/>
      </c:catAx>
      <c:valAx>
        <c:axId val="208637952"/>
        <c:scaling>
          <c:orientation val="minMax"/>
        </c:scaling>
        <c:axPos val="l"/>
        <c:numFmt formatCode="General" sourceLinked="1"/>
        <c:majorTickMark val="none"/>
        <c:tickLblPos val="low"/>
        <c:spPr>
          <a:ln>
            <a:solidFill>
              <a:srgbClr val="002060"/>
            </a:solidFill>
            <a:prstDash val="dash"/>
          </a:ln>
        </c:spPr>
        <c:txPr>
          <a:bodyPr rot="0" vert="horz"/>
          <a:lstStyle/>
          <a:p>
            <a:pPr>
              <a:defRPr/>
            </a:pPr>
            <a:endParaRPr lang="zh-CN"/>
          </a:p>
        </c:txPr>
        <c:crossAx val="208419072"/>
        <c:crosses val="autoZero"/>
        <c:crossBetween val="between"/>
      </c:valAx>
      <c:spPr>
        <a:ln>
          <a:noFill/>
        </a:ln>
      </c:spPr>
    </c:plotArea>
    <c:legend>
      <c:legendPos val="r"/>
      <c:layout>
        <c:manualLayout>
          <c:xMode val="edge"/>
          <c:yMode val="edge"/>
          <c:x val="0.29457300190417535"/>
          <c:y val="8.9949853829247028E-2"/>
          <c:w val="0.11521683098377107"/>
          <c:h val="0.11270574214444255"/>
        </c:manualLayout>
      </c:layout>
    </c:legend>
    <c:plotVisOnly val="1"/>
    <c:dispBlanksAs val="gap"/>
  </c:chart>
  <c:spPr>
    <a:ln>
      <a:solidFill>
        <a:schemeClr val="tx1"/>
      </a:solidFill>
    </a:ln>
  </c:spPr>
  <c:txPr>
    <a:bodyPr/>
    <a:lstStyle/>
    <a:p>
      <a:pPr>
        <a:defRPr sz="800"/>
      </a:pPr>
      <a:endParaRPr lang="zh-CN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title>
      <c:tx>
        <c:rich>
          <a:bodyPr/>
          <a:lstStyle/>
          <a:p>
            <a:pPr>
              <a:defRPr sz="1050"/>
            </a:pPr>
            <a:r>
              <a:rPr lang="zh-CN" altLang="en-US" sz="1050"/>
              <a:t>食品饮料</a:t>
            </a:r>
            <a:endParaRPr lang="en-US" sz="1050"/>
          </a:p>
        </c:rich>
      </c:tx>
      <c:layout>
        <c:manualLayout>
          <c:xMode val="edge"/>
          <c:yMode val="edge"/>
          <c:x val="0.30106613143945465"/>
          <c:y val="2.5476246363513692E-2"/>
        </c:manualLayout>
      </c:layout>
      <c:overlay val="1"/>
    </c:title>
    <c:plotArea>
      <c:layout>
        <c:manualLayout>
          <c:layoutTarget val="inner"/>
          <c:xMode val="edge"/>
          <c:yMode val="edge"/>
          <c:x val="8.3344091380761556E-2"/>
          <c:y val="1.7561647591136029E-2"/>
          <c:w val="0.84071459184908925"/>
          <c:h val="0.9338729431059255"/>
        </c:manualLayout>
      </c:layout>
      <c:barChart>
        <c:barDir val="col"/>
        <c:grouping val="clustered"/>
        <c:ser>
          <c:idx val="0"/>
          <c:order val="0"/>
          <c:tx>
            <c:v>行业内因子IC</c:v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cat>
            <c:strRef>
              <c:f>短期因子IC!$A$2:$A$41</c:f>
              <c:strCache>
                <c:ptCount val="40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  <c:pt idx="39">
                  <c:v>存货周转率</c:v>
                </c:pt>
              </c:strCache>
            </c:strRef>
          </c:cat>
          <c:val>
            <c:numRef>
              <c:f>短期因子IC!$N$2:$N$41</c:f>
              <c:numCache>
                <c:formatCode>General</c:formatCode>
                <c:ptCount val="40"/>
                <c:pt idx="0">
                  <c:v>0</c:v>
                </c:pt>
                <c:pt idx="1">
                  <c:v>1.7401146892582426E-3</c:v>
                </c:pt>
                <c:pt idx="2">
                  <c:v>1.6153621075480205E-2</c:v>
                </c:pt>
                <c:pt idx="3">
                  <c:v>-4.5163649389700434E-3</c:v>
                </c:pt>
                <c:pt idx="4">
                  <c:v>2.3762913468976406E-2</c:v>
                </c:pt>
                <c:pt idx="5">
                  <c:v>2.774570790396105E-2</c:v>
                </c:pt>
                <c:pt idx="6">
                  <c:v>-5.7196676354033561E-3</c:v>
                </c:pt>
                <c:pt idx="7">
                  <c:v>2.4146816907159401E-2</c:v>
                </c:pt>
                <c:pt idx="8">
                  <c:v>-2.4092192524492644E-3</c:v>
                </c:pt>
                <c:pt idx="9">
                  <c:v>2.0120479506633197E-2</c:v>
                </c:pt>
                <c:pt idx="10">
                  <c:v>3.2090087209579378E-2</c:v>
                </c:pt>
                <c:pt idx="11">
                  <c:v>3.5340494888152003E-2</c:v>
                </c:pt>
                <c:pt idx="12">
                  <c:v>1.5416132763618405E-2</c:v>
                </c:pt>
                <c:pt idx="13">
                  <c:v>3.36160660859081E-2</c:v>
                </c:pt>
                <c:pt idx="14">
                  <c:v>3.3786360392229799E-2</c:v>
                </c:pt>
                <c:pt idx="15">
                  <c:v>8.4329808137222073E-2</c:v>
                </c:pt>
                <c:pt idx="16">
                  <c:v>-5.1584732384507087E-2</c:v>
                </c:pt>
                <c:pt idx="17">
                  <c:v>-3.1473948318281077E-2</c:v>
                </c:pt>
                <c:pt idx="18">
                  <c:v>-6.2742552463475001E-2</c:v>
                </c:pt>
                <c:pt idx="19">
                  <c:v>2.0674750030843202E-2</c:v>
                </c:pt>
                <c:pt idx="20">
                  <c:v>3.5041818234588899E-3</c:v>
                </c:pt>
                <c:pt idx="21">
                  <c:v>-2.3833614600768712E-2</c:v>
                </c:pt>
                <c:pt idx="22">
                  <c:v>3.1007090826357668E-3</c:v>
                </c:pt>
                <c:pt idx="23">
                  <c:v>-5.4788441737522071E-3</c:v>
                </c:pt>
                <c:pt idx="24">
                  <c:v>-4.1733072493305278E-3</c:v>
                </c:pt>
                <c:pt idx="25">
                  <c:v>-1.5957496857903E-2</c:v>
                </c:pt>
                <c:pt idx="26">
                  <c:v>1.23002691834858E-2</c:v>
                </c:pt>
                <c:pt idx="27">
                  <c:v>1.9937173951033105E-2</c:v>
                </c:pt>
                <c:pt idx="28">
                  <c:v>4.3627095309840998E-2</c:v>
                </c:pt>
                <c:pt idx="29">
                  <c:v>2.7845721957417162E-3</c:v>
                </c:pt>
                <c:pt idx="30">
                  <c:v>6.6486956782601404E-3</c:v>
                </c:pt>
                <c:pt idx="31">
                  <c:v>-3.9202570376054378E-3</c:v>
                </c:pt>
                <c:pt idx="32">
                  <c:v>-6.7349630145530637E-2</c:v>
                </c:pt>
                <c:pt idx="33">
                  <c:v>-5.1838875533782698E-2</c:v>
                </c:pt>
                <c:pt idx="34">
                  <c:v>-3.1425500880745201E-2</c:v>
                </c:pt>
                <c:pt idx="35">
                  <c:v>7.6925127661849085E-2</c:v>
                </c:pt>
                <c:pt idx="36">
                  <c:v>-3.336668197378722E-2</c:v>
                </c:pt>
                <c:pt idx="37">
                  <c:v>5.8614765765849466E-2</c:v>
                </c:pt>
                <c:pt idx="38">
                  <c:v>3.3233955128318178E-2</c:v>
                </c:pt>
                <c:pt idx="39">
                  <c:v>-7.7977525113663414E-3</c:v>
                </c:pt>
              </c:numCache>
            </c:numRef>
          </c:val>
        </c:ser>
        <c:ser>
          <c:idx val="1"/>
          <c:order val="1"/>
          <c:tx>
            <c:v>全市场因子IC</c:v>
          </c:tx>
          <c:spPr>
            <a:solidFill>
              <a:srgbClr val="FF0000"/>
            </a:solidFill>
            <a:ln>
              <a:noFill/>
            </a:ln>
            <a:effectLst/>
          </c:spPr>
          <c:cat>
            <c:strRef>
              <c:f>短期因子IC!$A$2:$A$40</c:f>
              <c:strCache>
                <c:ptCount val="39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</c:strCache>
            </c:strRef>
          </c:cat>
          <c:val>
            <c:numRef>
              <c:f>短期因子IC!$B$2:$B$40</c:f>
              <c:numCache>
                <c:formatCode>0.00%</c:formatCode>
                <c:ptCount val="39"/>
                <c:pt idx="0">
                  <c:v>0</c:v>
                </c:pt>
                <c:pt idx="1">
                  <c:v>-9.1000000000000004E-3</c:v>
                </c:pt>
                <c:pt idx="2">
                  <c:v>1.5200000000000003E-2</c:v>
                </c:pt>
                <c:pt idx="3">
                  <c:v>1.2100000000000001E-2</c:v>
                </c:pt>
                <c:pt idx="4">
                  <c:v>-3.0000000000000044E-3</c:v>
                </c:pt>
                <c:pt idx="5">
                  <c:v>1.2699999999999998E-2</c:v>
                </c:pt>
                <c:pt idx="6">
                  <c:v>-3.3000000000000039E-3</c:v>
                </c:pt>
                <c:pt idx="7">
                  <c:v>1.6199999999999999E-2</c:v>
                </c:pt>
                <c:pt idx="8">
                  <c:v>1.2400000000000001E-2</c:v>
                </c:pt>
                <c:pt idx="9">
                  <c:v>1.3500000000000022E-2</c:v>
                </c:pt>
                <c:pt idx="10">
                  <c:v>1.1700000000000028E-2</c:v>
                </c:pt>
                <c:pt idx="11">
                  <c:v>9.0000000000000214E-4</c:v>
                </c:pt>
                <c:pt idx="12">
                  <c:v>-3.100000000000006E-3</c:v>
                </c:pt>
                <c:pt idx="13">
                  <c:v>1.0800000000000021E-2</c:v>
                </c:pt>
                <c:pt idx="14">
                  <c:v>1.1100000000000023E-2</c:v>
                </c:pt>
                <c:pt idx="15">
                  <c:v>-3.0000000000000044E-3</c:v>
                </c:pt>
                <c:pt idx="16">
                  <c:v>-3.9399999999999998E-2</c:v>
                </c:pt>
                <c:pt idx="17">
                  <c:v>-5.3900000000000003E-2</c:v>
                </c:pt>
                <c:pt idx="18">
                  <c:v>-3.1100000000000006E-2</c:v>
                </c:pt>
                <c:pt idx="19">
                  <c:v>-3.2900000000000006E-2</c:v>
                </c:pt>
                <c:pt idx="20">
                  <c:v>-3.09E-2</c:v>
                </c:pt>
                <c:pt idx="21">
                  <c:v>-2.3099999999999999E-2</c:v>
                </c:pt>
                <c:pt idx="22">
                  <c:v>-4.7300000000000092E-2</c:v>
                </c:pt>
                <c:pt idx="23">
                  <c:v>-2.9899999999999999E-2</c:v>
                </c:pt>
                <c:pt idx="24">
                  <c:v>-3.3700000000000001E-2</c:v>
                </c:pt>
                <c:pt idx="25">
                  <c:v>2.01E-2</c:v>
                </c:pt>
                <c:pt idx="26">
                  <c:v>4.5000000000000014E-3</c:v>
                </c:pt>
                <c:pt idx="27">
                  <c:v>1.6100000000000031E-2</c:v>
                </c:pt>
                <c:pt idx="28">
                  <c:v>1.8700000000000033E-2</c:v>
                </c:pt>
                <c:pt idx="29">
                  <c:v>2.8299999999999999E-2</c:v>
                </c:pt>
                <c:pt idx="30">
                  <c:v>2.0000000000000011E-2</c:v>
                </c:pt>
                <c:pt idx="31">
                  <c:v>1.7800000000000003E-2</c:v>
                </c:pt>
                <c:pt idx="32">
                  <c:v>1.1400000000000025E-2</c:v>
                </c:pt>
                <c:pt idx="33">
                  <c:v>1.0200000000000001E-2</c:v>
                </c:pt>
                <c:pt idx="34">
                  <c:v>-1.8400000000000031E-2</c:v>
                </c:pt>
                <c:pt idx="35">
                  <c:v>-2.0000000000000044E-4</c:v>
                </c:pt>
                <c:pt idx="36">
                  <c:v>-2.2400000000000045E-2</c:v>
                </c:pt>
                <c:pt idx="37">
                  <c:v>2.1500000000000002E-2</c:v>
                </c:pt>
                <c:pt idx="38">
                  <c:v>-1.6000000000000021E-2</c:v>
                </c:pt>
              </c:numCache>
            </c:numRef>
          </c:val>
        </c:ser>
        <c:gapWidth val="76"/>
        <c:axId val="208659584"/>
        <c:axId val="208661120"/>
      </c:barChart>
      <c:catAx>
        <c:axId val="208659584"/>
        <c:scaling>
          <c:orientation val="minMax"/>
        </c:scaling>
        <c:axPos val="b"/>
        <c:numFmt formatCode="yyyy/m/d" sourceLinked="0"/>
        <c:majorTickMark val="in"/>
        <c:minorTickMark val="out"/>
        <c:tickLblPos val="low"/>
        <c:txPr>
          <a:bodyPr rot="0" vert="eaVert"/>
          <a:lstStyle/>
          <a:p>
            <a:pPr>
              <a:defRPr sz="600"/>
            </a:pPr>
            <a:endParaRPr lang="zh-CN"/>
          </a:p>
        </c:txPr>
        <c:crossAx val="208661120"/>
        <c:crosses val="autoZero"/>
        <c:auto val="1"/>
        <c:lblAlgn val="ctr"/>
        <c:lblOffset val="100"/>
        <c:tickLblSkip val="1"/>
        <c:tickMarkSkip val="1"/>
      </c:catAx>
      <c:valAx>
        <c:axId val="208661120"/>
        <c:scaling>
          <c:orientation val="minMax"/>
        </c:scaling>
        <c:axPos val="l"/>
        <c:numFmt formatCode="General" sourceLinked="1"/>
        <c:majorTickMark val="none"/>
        <c:tickLblPos val="low"/>
        <c:spPr>
          <a:ln>
            <a:solidFill>
              <a:srgbClr val="002060"/>
            </a:solidFill>
            <a:prstDash val="dash"/>
          </a:ln>
        </c:spPr>
        <c:txPr>
          <a:bodyPr rot="0" vert="horz"/>
          <a:lstStyle/>
          <a:p>
            <a:pPr>
              <a:defRPr/>
            </a:pPr>
            <a:endParaRPr lang="zh-CN"/>
          </a:p>
        </c:txPr>
        <c:crossAx val="208659584"/>
        <c:crosses val="autoZero"/>
        <c:crossBetween val="between"/>
      </c:valAx>
      <c:spPr>
        <a:ln>
          <a:noFill/>
        </a:ln>
      </c:spPr>
    </c:plotArea>
    <c:legend>
      <c:legendPos val="r"/>
      <c:layout>
        <c:manualLayout>
          <c:xMode val="edge"/>
          <c:yMode val="edge"/>
          <c:x val="0.29457300190417535"/>
          <c:y val="8.9949853829247028E-2"/>
          <c:w val="0.11521683098377107"/>
          <c:h val="0.11270574214444255"/>
        </c:manualLayout>
      </c:layout>
    </c:legend>
    <c:plotVisOnly val="1"/>
    <c:dispBlanksAs val="gap"/>
  </c:chart>
  <c:spPr>
    <a:ln>
      <a:solidFill>
        <a:schemeClr val="tx1"/>
      </a:solidFill>
    </a:ln>
  </c:spPr>
  <c:txPr>
    <a:bodyPr/>
    <a:lstStyle/>
    <a:p>
      <a:pPr>
        <a:defRPr sz="800"/>
      </a:pPr>
      <a:endParaRPr lang="zh-CN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title>
      <c:tx>
        <c:rich>
          <a:bodyPr/>
          <a:lstStyle/>
          <a:p>
            <a:pPr>
              <a:defRPr sz="1050"/>
            </a:pPr>
            <a:r>
              <a:rPr lang="zh-CN" altLang="en-US" sz="1050"/>
              <a:t>医药生物</a:t>
            </a:r>
            <a:endParaRPr lang="en-US" sz="1050"/>
          </a:p>
        </c:rich>
      </c:tx>
      <c:layout>
        <c:manualLayout>
          <c:xMode val="edge"/>
          <c:yMode val="edge"/>
          <c:x val="0.30106613143945465"/>
          <c:y val="2.5476246363513692E-2"/>
        </c:manualLayout>
      </c:layout>
      <c:overlay val="1"/>
    </c:title>
    <c:plotArea>
      <c:layout>
        <c:manualLayout>
          <c:layoutTarget val="inner"/>
          <c:xMode val="edge"/>
          <c:yMode val="edge"/>
          <c:x val="6.2666928942609196E-2"/>
          <c:y val="2.0949396450859144E-2"/>
          <c:w val="0.84071459184908925"/>
          <c:h val="0.9338729431059255"/>
        </c:manualLayout>
      </c:layout>
      <c:barChart>
        <c:barDir val="col"/>
        <c:grouping val="clustered"/>
        <c:ser>
          <c:idx val="0"/>
          <c:order val="0"/>
          <c:tx>
            <c:v>行业内因子IC</c:v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cat>
            <c:strRef>
              <c:f>短期因子IC!$A$2:$A$41</c:f>
              <c:strCache>
                <c:ptCount val="40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  <c:pt idx="39">
                  <c:v>存货周转率</c:v>
                </c:pt>
              </c:strCache>
            </c:strRef>
          </c:cat>
          <c:val>
            <c:numRef>
              <c:f>短期因子IC!$Q$2:$Q$41</c:f>
              <c:numCache>
                <c:formatCode>General</c:formatCode>
                <c:ptCount val="40"/>
                <c:pt idx="0">
                  <c:v>0</c:v>
                </c:pt>
                <c:pt idx="1">
                  <c:v>2.8191070824527755E-3</c:v>
                </c:pt>
                <c:pt idx="2">
                  <c:v>2.007445942921396E-3</c:v>
                </c:pt>
                <c:pt idx="3">
                  <c:v>-1.4038088206267325E-3</c:v>
                </c:pt>
                <c:pt idx="4">
                  <c:v>1.3640351465403038E-2</c:v>
                </c:pt>
                <c:pt idx="5">
                  <c:v>2.5056784505674899E-3</c:v>
                </c:pt>
                <c:pt idx="6">
                  <c:v>1.0501781824017035E-2</c:v>
                </c:pt>
                <c:pt idx="7">
                  <c:v>3.4549287702168342E-2</c:v>
                </c:pt>
                <c:pt idx="8">
                  <c:v>1.8866102437114805E-2</c:v>
                </c:pt>
                <c:pt idx="9">
                  <c:v>4.1046443286304697E-2</c:v>
                </c:pt>
                <c:pt idx="10">
                  <c:v>3.2890733314955165E-2</c:v>
                </c:pt>
                <c:pt idx="11">
                  <c:v>-2.2802776807681911E-2</c:v>
                </c:pt>
                <c:pt idx="12">
                  <c:v>-7.8592515856197066E-3</c:v>
                </c:pt>
                <c:pt idx="13">
                  <c:v>1.8080073567283236E-2</c:v>
                </c:pt>
                <c:pt idx="14">
                  <c:v>1.8275412431005601E-2</c:v>
                </c:pt>
                <c:pt idx="15">
                  <c:v>8.8792820297845243E-3</c:v>
                </c:pt>
                <c:pt idx="16">
                  <c:v>9.2821506333121504E-3</c:v>
                </c:pt>
                <c:pt idx="17">
                  <c:v>-3.7256846492819594E-2</c:v>
                </c:pt>
                <c:pt idx="18">
                  <c:v>-3.120637817220007E-2</c:v>
                </c:pt>
                <c:pt idx="19">
                  <c:v>-3.926515920896341E-2</c:v>
                </c:pt>
                <c:pt idx="20">
                  <c:v>-2.9210345053089559E-2</c:v>
                </c:pt>
                <c:pt idx="21">
                  <c:v>-4.6076442061641097E-2</c:v>
                </c:pt>
                <c:pt idx="22">
                  <c:v>-4.1430533779685086E-2</c:v>
                </c:pt>
                <c:pt idx="23">
                  <c:v>2.0462281876348087E-2</c:v>
                </c:pt>
                <c:pt idx="24">
                  <c:v>-2.10622522912353E-2</c:v>
                </c:pt>
                <c:pt idx="25">
                  <c:v>2.5365252022986499E-2</c:v>
                </c:pt>
                <c:pt idx="26">
                  <c:v>3.2721204735333812E-3</c:v>
                </c:pt>
                <c:pt idx="27">
                  <c:v>-6.4398109728222479E-3</c:v>
                </c:pt>
                <c:pt idx="28">
                  <c:v>3.8510704464062302E-2</c:v>
                </c:pt>
                <c:pt idx="29">
                  <c:v>6.2123031467694904E-3</c:v>
                </c:pt>
                <c:pt idx="30" formatCode="0.00E+00">
                  <c:v>-5.5312910534749699E-3</c:v>
                </c:pt>
                <c:pt idx="31">
                  <c:v>-2.1218753548551489E-2</c:v>
                </c:pt>
                <c:pt idx="32">
                  <c:v>-1.4616022323906099E-2</c:v>
                </c:pt>
                <c:pt idx="33">
                  <c:v>-2.2442871718154268E-2</c:v>
                </c:pt>
                <c:pt idx="34">
                  <c:v>1.2827864924481099E-2</c:v>
                </c:pt>
                <c:pt idx="35">
                  <c:v>-1.8848219608195809E-2</c:v>
                </c:pt>
                <c:pt idx="36">
                  <c:v>6.88399596849751E-3</c:v>
                </c:pt>
                <c:pt idx="37">
                  <c:v>-2.6083343127146278E-2</c:v>
                </c:pt>
                <c:pt idx="38">
                  <c:v>2.2812609044459312E-2</c:v>
                </c:pt>
                <c:pt idx="39">
                  <c:v>-3.5623927767088698E-2</c:v>
                </c:pt>
              </c:numCache>
            </c:numRef>
          </c:val>
        </c:ser>
        <c:ser>
          <c:idx val="1"/>
          <c:order val="1"/>
          <c:tx>
            <c:v>全市场因子IC</c:v>
          </c:tx>
          <c:spPr>
            <a:solidFill>
              <a:srgbClr val="FF0000"/>
            </a:solidFill>
            <a:ln>
              <a:noFill/>
            </a:ln>
            <a:effectLst/>
          </c:spPr>
          <c:cat>
            <c:strRef>
              <c:f>短期因子IC!$A$2:$A$40</c:f>
              <c:strCache>
                <c:ptCount val="39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</c:strCache>
            </c:strRef>
          </c:cat>
          <c:val>
            <c:numRef>
              <c:f>短期因子IC!$B$2:$B$40</c:f>
              <c:numCache>
                <c:formatCode>0.00%</c:formatCode>
                <c:ptCount val="39"/>
                <c:pt idx="0">
                  <c:v>0</c:v>
                </c:pt>
                <c:pt idx="1">
                  <c:v>-9.1000000000000004E-3</c:v>
                </c:pt>
                <c:pt idx="2">
                  <c:v>1.5200000000000003E-2</c:v>
                </c:pt>
                <c:pt idx="3">
                  <c:v>1.2100000000000001E-2</c:v>
                </c:pt>
                <c:pt idx="4">
                  <c:v>-3.0000000000000044E-3</c:v>
                </c:pt>
                <c:pt idx="5">
                  <c:v>1.2699999999999998E-2</c:v>
                </c:pt>
                <c:pt idx="6">
                  <c:v>-3.3000000000000039E-3</c:v>
                </c:pt>
                <c:pt idx="7">
                  <c:v>1.6199999999999999E-2</c:v>
                </c:pt>
                <c:pt idx="8">
                  <c:v>1.2400000000000001E-2</c:v>
                </c:pt>
                <c:pt idx="9">
                  <c:v>1.3500000000000022E-2</c:v>
                </c:pt>
                <c:pt idx="10">
                  <c:v>1.1700000000000028E-2</c:v>
                </c:pt>
                <c:pt idx="11">
                  <c:v>9.0000000000000214E-4</c:v>
                </c:pt>
                <c:pt idx="12">
                  <c:v>-3.100000000000006E-3</c:v>
                </c:pt>
                <c:pt idx="13">
                  <c:v>1.0800000000000021E-2</c:v>
                </c:pt>
                <c:pt idx="14">
                  <c:v>1.1100000000000023E-2</c:v>
                </c:pt>
                <c:pt idx="15">
                  <c:v>-3.0000000000000044E-3</c:v>
                </c:pt>
                <c:pt idx="16">
                  <c:v>-3.9399999999999998E-2</c:v>
                </c:pt>
                <c:pt idx="17">
                  <c:v>-5.3900000000000003E-2</c:v>
                </c:pt>
                <c:pt idx="18">
                  <c:v>-3.1100000000000006E-2</c:v>
                </c:pt>
                <c:pt idx="19">
                  <c:v>-3.2900000000000006E-2</c:v>
                </c:pt>
                <c:pt idx="20">
                  <c:v>-3.09E-2</c:v>
                </c:pt>
                <c:pt idx="21">
                  <c:v>-2.3099999999999999E-2</c:v>
                </c:pt>
                <c:pt idx="22">
                  <c:v>-4.7300000000000092E-2</c:v>
                </c:pt>
                <c:pt idx="23">
                  <c:v>-2.9899999999999999E-2</c:v>
                </c:pt>
                <c:pt idx="24">
                  <c:v>-3.3700000000000001E-2</c:v>
                </c:pt>
                <c:pt idx="25">
                  <c:v>2.01E-2</c:v>
                </c:pt>
                <c:pt idx="26">
                  <c:v>4.5000000000000014E-3</c:v>
                </c:pt>
                <c:pt idx="27">
                  <c:v>1.6100000000000031E-2</c:v>
                </c:pt>
                <c:pt idx="28">
                  <c:v>1.8700000000000033E-2</c:v>
                </c:pt>
                <c:pt idx="29">
                  <c:v>2.8299999999999999E-2</c:v>
                </c:pt>
                <c:pt idx="30">
                  <c:v>2.0000000000000011E-2</c:v>
                </c:pt>
                <c:pt idx="31">
                  <c:v>1.7800000000000003E-2</c:v>
                </c:pt>
                <c:pt idx="32">
                  <c:v>1.1400000000000025E-2</c:v>
                </c:pt>
                <c:pt idx="33">
                  <c:v>1.0200000000000001E-2</c:v>
                </c:pt>
                <c:pt idx="34">
                  <c:v>-1.8400000000000031E-2</c:v>
                </c:pt>
                <c:pt idx="35">
                  <c:v>-2.0000000000000044E-4</c:v>
                </c:pt>
                <c:pt idx="36">
                  <c:v>-2.2400000000000045E-2</c:v>
                </c:pt>
                <c:pt idx="37">
                  <c:v>2.1500000000000002E-2</c:v>
                </c:pt>
                <c:pt idx="38">
                  <c:v>-1.6000000000000021E-2</c:v>
                </c:pt>
              </c:numCache>
            </c:numRef>
          </c:val>
        </c:ser>
        <c:gapWidth val="76"/>
        <c:axId val="208704640"/>
        <c:axId val="208762368"/>
      </c:barChart>
      <c:catAx>
        <c:axId val="208704640"/>
        <c:scaling>
          <c:orientation val="minMax"/>
        </c:scaling>
        <c:axPos val="b"/>
        <c:numFmt formatCode="yyyy/m/d" sourceLinked="0"/>
        <c:majorTickMark val="in"/>
        <c:minorTickMark val="out"/>
        <c:tickLblPos val="low"/>
        <c:txPr>
          <a:bodyPr rot="0" vert="eaVert"/>
          <a:lstStyle/>
          <a:p>
            <a:pPr>
              <a:defRPr sz="600"/>
            </a:pPr>
            <a:endParaRPr lang="zh-CN"/>
          </a:p>
        </c:txPr>
        <c:crossAx val="208762368"/>
        <c:crosses val="autoZero"/>
        <c:auto val="1"/>
        <c:lblAlgn val="ctr"/>
        <c:lblOffset val="100"/>
        <c:tickLblSkip val="1"/>
        <c:tickMarkSkip val="1"/>
      </c:catAx>
      <c:valAx>
        <c:axId val="208762368"/>
        <c:scaling>
          <c:orientation val="minMax"/>
        </c:scaling>
        <c:axPos val="l"/>
        <c:numFmt formatCode="General" sourceLinked="1"/>
        <c:majorTickMark val="none"/>
        <c:tickLblPos val="low"/>
        <c:spPr>
          <a:ln>
            <a:solidFill>
              <a:srgbClr val="002060"/>
            </a:solidFill>
            <a:prstDash val="dash"/>
          </a:ln>
        </c:spPr>
        <c:txPr>
          <a:bodyPr rot="0" vert="horz"/>
          <a:lstStyle/>
          <a:p>
            <a:pPr>
              <a:defRPr/>
            </a:pPr>
            <a:endParaRPr lang="zh-CN"/>
          </a:p>
        </c:txPr>
        <c:crossAx val="208704640"/>
        <c:crosses val="autoZero"/>
        <c:crossBetween val="between"/>
      </c:valAx>
      <c:spPr>
        <a:ln>
          <a:noFill/>
        </a:ln>
      </c:spPr>
    </c:plotArea>
    <c:legend>
      <c:legendPos val="r"/>
      <c:layout>
        <c:manualLayout>
          <c:xMode val="edge"/>
          <c:yMode val="edge"/>
          <c:x val="0.29457300190417535"/>
          <c:y val="8.9949853829247028E-2"/>
          <c:w val="0.11521683098377107"/>
          <c:h val="0.11270574214444255"/>
        </c:manualLayout>
      </c:layout>
    </c:legend>
    <c:plotVisOnly val="1"/>
    <c:dispBlanksAs val="gap"/>
  </c:chart>
  <c:spPr>
    <a:ln>
      <a:solidFill>
        <a:schemeClr val="tx1"/>
      </a:solidFill>
    </a:ln>
  </c:spPr>
  <c:txPr>
    <a:bodyPr/>
    <a:lstStyle/>
    <a:p>
      <a:pPr>
        <a:defRPr sz="800"/>
      </a:pPr>
      <a:endParaRPr lang="zh-CN"/>
    </a:p>
  </c:tx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title>
      <c:tx>
        <c:rich>
          <a:bodyPr/>
          <a:lstStyle/>
          <a:p>
            <a:pPr>
              <a:defRPr sz="1050"/>
            </a:pPr>
            <a:r>
              <a:rPr lang="zh-CN" altLang="en-US" sz="1050"/>
              <a:t>公用事业</a:t>
            </a:r>
            <a:endParaRPr lang="en-US" sz="1050"/>
          </a:p>
        </c:rich>
      </c:tx>
      <c:layout>
        <c:manualLayout>
          <c:xMode val="edge"/>
          <c:yMode val="edge"/>
          <c:x val="0.30106613143945465"/>
          <c:y val="2.5476246363513692E-2"/>
        </c:manualLayout>
      </c:layout>
      <c:overlay val="1"/>
    </c:title>
    <c:plotArea>
      <c:layout>
        <c:manualLayout>
          <c:layoutTarget val="inner"/>
          <c:xMode val="edge"/>
          <c:yMode val="edge"/>
          <c:x val="8.3344091380761556E-2"/>
          <c:y val="1.7561647591136029E-2"/>
          <c:w val="0.84071459184908925"/>
          <c:h val="0.9338729431059255"/>
        </c:manualLayout>
      </c:layout>
      <c:barChart>
        <c:barDir val="col"/>
        <c:grouping val="clustered"/>
        <c:ser>
          <c:idx val="0"/>
          <c:order val="0"/>
          <c:tx>
            <c:v>行业内因子IC</c:v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cat>
            <c:strRef>
              <c:f>短期因子IC!$A$2:$A$41</c:f>
              <c:strCache>
                <c:ptCount val="40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  <c:pt idx="39">
                  <c:v>存货周转率</c:v>
                </c:pt>
              </c:strCache>
            </c:strRef>
          </c:cat>
          <c:val>
            <c:numRef>
              <c:f>短期因子IC!$R$2:$R$41</c:f>
              <c:numCache>
                <c:formatCode>General</c:formatCode>
                <c:ptCount val="40"/>
                <c:pt idx="0">
                  <c:v>0</c:v>
                </c:pt>
                <c:pt idx="1">
                  <c:v>-1.6222758194018447E-2</c:v>
                </c:pt>
                <c:pt idx="2">
                  <c:v>1.12197529749692E-3</c:v>
                </c:pt>
                <c:pt idx="3">
                  <c:v>-3.4248982218111953E-3</c:v>
                </c:pt>
                <c:pt idx="4">
                  <c:v>1.3604830532349501E-3</c:v>
                </c:pt>
                <c:pt idx="5">
                  <c:v>-6.8551506988320104E-3</c:v>
                </c:pt>
                <c:pt idx="6">
                  <c:v>3.0411881678213983E-2</c:v>
                </c:pt>
                <c:pt idx="7">
                  <c:v>-2.0348954340239846E-2</c:v>
                </c:pt>
                <c:pt idx="8">
                  <c:v>2.5608153543699944E-3</c:v>
                </c:pt>
                <c:pt idx="9">
                  <c:v>-2.2341272450236864E-2</c:v>
                </c:pt>
                <c:pt idx="10">
                  <c:v>-1.7658545584713799E-2</c:v>
                </c:pt>
                <c:pt idx="11">
                  <c:v>-8.9403687415093021E-4</c:v>
                </c:pt>
                <c:pt idx="12">
                  <c:v>1.43048123179565E-2</c:v>
                </c:pt>
                <c:pt idx="13">
                  <c:v>1.39592352817948E-2</c:v>
                </c:pt>
                <c:pt idx="14">
                  <c:v>1.3938896612608003E-2</c:v>
                </c:pt>
                <c:pt idx="15">
                  <c:v>-1.3087406612761521E-2</c:v>
                </c:pt>
                <c:pt idx="16">
                  <c:v>-7.8355887866228824E-2</c:v>
                </c:pt>
                <c:pt idx="17">
                  <c:v>-8.2877923570626219E-2</c:v>
                </c:pt>
                <c:pt idx="18">
                  <c:v>4.5010959420686114E-2</c:v>
                </c:pt>
                <c:pt idx="19">
                  <c:v>5.756481745750712E-3</c:v>
                </c:pt>
                <c:pt idx="20">
                  <c:v>-9.3374792239143359E-3</c:v>
                </c:pt>
                <c:pt idx="21">
                  <c:v>-5.9864348438481924E-3</c:v>
                </c:pt>
                <c:pt idx="22">
                  <c:v>-0.13799909858349857</c:v>
                </c:pt>
                <c:pt idx="23">
                  <c:v>-0.10942058463715899</c:v>
                </c:pt>
                <c:pt idx="24">
                  <c:v>-0.12104369786932798</c:v>
                </c:pt>
                <c:pt idx="25">
                  <c:v>-1.4498730129996078E-2</c:v>
                </c:pt>
                <c:pt idx="26">
                  <c:v>-3.648466884551476E-2</c:v>
                </c:pt>
                <c:pt idx="27">
                  <c:v>-1.2138100364791501E-3</c:v>
                </c:pt>
                <c:pt idx="28">
                  <c:v>-2.8354433980992053E-2</c:v>
                </c:pt>
                <c:pt idx="29">
                  <c:v>-1.6975874023129043E-4</c:v>
                </c:pt>
                <c:pt idx="30">
                  <c:v>6.7305557668313389E-3</c:v>
                </c:pt>
                <c:pt idx="31">
                  <c:v>1.3731443665454901E-2</c:v>
                </c:pt>
                <c:pt idx="32">
                  <c:v>6.6275347299609058E-2</c:v>
                </c:pt>
                <c:pt idx="33">
                  <c:v>5.6549299384202056E-2</c:v>
                </c:pt>
                <c:pt idx="34">
                  <c:v>-3.7975405116352369E-2</c:v>
                </c:pt>
                <c:pt idx="35">
                  <c:v>-7.7738982795229009E-3</c:v>
                </c:pt>
                <c:pt idx="36">
                  <c:v>-5.1146152393208445E-2</c:v>
                </c:pt>
                <c:pt idx="37">
                  <c:v>4.6125128779881577E-2</c:v>
                </c:pt>
                <c:pt idx="38">
                  <c:v>-4.9027384599414688E-3</c:v>
                </c:pt>
                <c:pt idx="39">
                  <c:v>-6.7625462684172445E-3</c:v>
                </c:pt>
              </c:numCache>
            </c:numRef>
          </c:val>
        </c:ser>
        <c:ser>
          <c:idx val="1"/>
          <c:order val="1"/>
          <c:tx>
            <c:v>全市场因子IC</c:v>
          </c:tx>
          <c:spPr>
            <a:solidFill>
              <a:srgbClr val="FF0000"/>
            </a:solidFill>
            <a:ln>
              <a:noFill/>
            </a:ln>
            <a:effectLst/>
          </c:spPr>
          <c:cat>
            <c:strRef>
              <c:f>短期因子IC!$A$2:$A$40</c:f>
              <c:strCache>
                <c:ptCount val="39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</c:strCache>
            </c:strRef>
          </c:cat>
          <c:val>
            <c:numRef>
              <c:f>短期因子IC!$B$2:$B$40</c:f>
              <c:numCache>
                <c:formatCode>0.00%</c:formatCode>
                <c:ptCount val="39"/>
                <c:pt idx="0">
                  <c:v>0</c:v>
                </c:pt>
                <c:pt idx="1">
                  <c:v>-9.1000000000000004E-3</c:v>
                </c:pt>
                <c:pt idx="2">
                  <c:v>1.5200000000000003E-2</c:v>
                </c:pt>
                <c:pt idx="3">
                  <c:v>1.2100000000000001E-2</c:v>
                </c:pt>
                <c:pt idx="4">
                  <c:v>-3.0000000000000044E-3</c:v>
                </c:pt>
                <c:pt idx="5">
                  <c:v>1.2699999999999998E-2</c:v>
                </c:pt>
                <c:pt idx="6">
                  <c:v>-3.3000000000000039E-3</c:v>
                </c:pt>
                <c:pt idx="7">
                  <c:v>1.6199999999999999E-2</c:v>
                </c:pt>
                <c:pt idx="8">
                  <c:v>1.2400000000000001E-2</c:v>
                </c:pt>
                <c:pt idx="9">
                  <c:v>1.3500000000000022E-2</c:v>
                </c:pt>
                <c:pt idx="10">
                  <c:v>1.1700000000000028E-2</c:v>
                </c:pt>
                <c:pt idx="11">
                  <c:v>9.0000000000000214E-4</c:v>
                </c:pt>
                <c:pt idx="12">
                  <c:v>-3.100000000000006E-3</c:v>
                </c:pt>
                <c:pt idx="13">
                  <c:v>1.0800000000000021E-2</c:v>
                </c:pt>
                <c:pt idx="14">
                  <c:v>1.1100000000000023E-2</c:v>
                </c:pt>
                <c:pt idx="15">
                  <c:v>-3.0000000000000044E-3</c:v>
                </c:pt>
                <c:pt idx="16">
                  <c:v>-3.9399999999999998E-2</c:v>
                </c:pt>
                <c:pt idx="17">
                  <c:v>-5.3900000000000003E-2</c:v>
                </c:pt>
                <c:pt idx="18">
                  <c:v>-3.1100000000000006E-2</c:v>
                </c:pt>
                <c:pt idx="19">
                  <c:v>-3.2900000000000006E-2</c:v>
                </c:pt>
                <c:pt idx="20">
                  <c:v>-3.09E-2</c:v>
                </c:pt>
                <c:pt idx="21">
                  <c:v>-2.3099999999999999E-2</c:v>
                </c:pt>
                <c:pt idx="22">
                  <c:v>-4.7300000000000092E-2</c:v>
                </c:pt>
                <c:pt idx="23">
                  <c:v>-2.9899999999999999E-2</c:v>
                </c:pt>
                <c:pt idx="24">
                  <c:v>-3.3700000000000001E-2</c:v>
                </c:pt>
                <c:pt idx="25">
                  <c:v>2.01E-2</c:v>
                </c:pt>
                <c:pt idx="26">
                  <c:v>4.5000000000000014E-3</c:v>
                </c:pt>
                <c:pt idx="27">
                  <c:v>1.6100000000000031E-2</c:v>
                </c:pt>
                <c:pt idx="28">
                  <c:v>1.8700000000000033E-2</c:v>
                </c:pt>
                <c:pt idx="29">
                  <c:v>2.8299999999999999E-2</c:v>
                </c:pt>
                <c:pt idx="30">
                  <c:v>2.0000000000000011E-2</c:v>
                </c:pt>
                <c:pt idx="31">
                  <c:v>1.7800000000000003E-2</c:v>
                </c:pt>
                <c:pt idx="32">
                  <c:v>1.1400000000000025E-2</c:v>
                </c:pt>
                <c:pt idx="33">
                  <c:v>1.0200000000000001E-2</c:v>
                </c:pt>
                <c:pt idx="34">
                  <c:v>-1.8400000000000031E-2</c:v>
                </c:pt>
                <c:pt idx="35">
                  <c:v>-2.0000000000000044E-4</c:v>
                </c:pt>
                <c:pt idx="36">
                  <c:v>-2.2400000000000045E-2</c:v>
                </c:pt>
                <c:pt idx="37">
                  <c:v>2.1500000000000002E-2</c:v>
                </c:pt>
                <c:pt idx="38">
                  <c:v>-1.6000000000000021E-2</c:v>
                </c:pt>
              </c:numCache>
            </c:numRef>
          </c:val>
        </c:ser>
        <c:gapWidth val="76"/>
        <c:axId val="208521856"/>
        <c:axId val="208941440"/>
      </c:barChart>
      <c:catAx>
        <c:axId val="208521856"/>
        <c:scaling>
          <c:orientation val="minMax"/>
        </c:scaling>
        <c:axPos val="b"/>
        <c:numFmt formatCode="yyyy/m/d" sourceLinked="0"/>
        <c:majorTickMark val="in"/>
        <c:minorTickMark val="out"/>
        <c:tickLblPos val="low"/>
        <c:txPr>
          <a:bodyPr rot="0" vert="eaVert"/>
          <a:lstStyle/>
          <a:p>
            <a:pPr>
              <a:defRPr sz="600"/>
            </a:pPr>
            <a:endParaRPr lang="zh-CN"/>
          </a:p>
        </c:txPr>
        <c:crossAx val="208941440"/>
        <c:crosses val="autoZero"/>
        <c:auto val="1"/>
        <c:lblAlgn val="ctr"/>
        <c:lblOffset val="100"/>
        <c:tickLblSkip val="1"/>
        <c:tickMarkSkip val="1"/>
      </c:catAx>
      <c:valAx>
        <c:axId val="208941440"/>
        <c:scaling>
          <c:orientation val="minMax"/>
        </c:scaling>
        <c:axPos val="l"/>
        <c:numFmt formatCode="General" sourceLinked="1"/>
        <c:majorTickMark val="none"/>
        <c:tickLblPos val="low"/>
        <c:spPr>
          <a:ln>
            <a:solidFill>
              <a:srgbClr val="002060"/>
            </a:solidFill>
            <a:prstDash val="dash"/>
          </a:ln>
        </c:spPr>
        <c:txPr>
          <a:bodyPr rot="0" vert="horz"/>
          <a:lstStyle/>
          <a:p>
            <a:pPr>
              <a:defRPr/>
            </a:pPr>
            <a:endParaRPr lang="zh-CN"/>
          </a:p>
        </c:txPr>
        <c:crossAx val="208521856"/>
        <c:crosses val="autoZero"/>
        <c:crossBetween val="between"/>
      </c:valAx>
      <c:spPr>
        <a:ln>
          <a:noFill/>
        </a:ln>
      </c:spPr>
    </c:plotArea>
    <c:legend>
      <c:legendPos val="r"/>
      <c:layout>
        <c:manualLayout>
          <c:xMode val="edge"/>
          <c:yMode val="edge"/>
          <c:x val="0.29457300190417535"/>
          <c:y val="8.9949853829247028E-2"/>
          <c:w val="0.11521683098377107"/>
          <c:h val="0.11270574214444255"/>
        </c:manualLayout>
      </c:layout>
    </c:legend>
    <c:plotVisOnly val="1"/>
    <c:dispBlanksAs val="gap"/>
  </c:chart>
  <c:spPr>
    <a:ln>
      <a:solidFill>
        <a:schemeClr val="tx1"/>
      </a:solidFill>
    </a:ln>
  </c:spPr>
  <c:txPr>
    <a:bodyPr/>
    <a:lstStyle/>
    <a:p>
      <a:pPr>
        <a:defRPr sz="800"/>
      </a:pPr>
      <a:endParaRPr lang="zh-CN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title>
      <c:tx>
        <c:rich>
          <a:bodyPr/>
          <a:lstStyle/>
          <a:p>
            <a:pPr>
              <a:defRPr sz="1050"/>
            </a:pPr>
            <a:r>
              <a:rPr lang="zh-CN" altLang="en-US" sz="1050"/>
              <a:t>房地产</a:t>
            </a:r>
            <a:endParaRPr lang="en-US" sz="1050"/>
          </a:p>
        </c:rich>
      </c:tx>
      <c:layout>
        <c:manualLayout>
          <c:xMode val="edge"/>
          <c:yMode val="edge"/>
          <c:x val="0.30106613143945465"/>
          <c:y val="2.5476246363513692E-2"/>
        </c:manualLayout>
      </c:layout>
      <c:overlay val="1"/>
    </c:title>
    <c:plotArea>
      <c:layout>
        <c:manualLayout>
          <c:layoutTarget val="inner"/>
          <c:xMode val="edge"/>
          <c:yMode val="edge"/>
          <c:x val="8.3344091380761556E-2"/>
          <c:y val="1.7561647591136029E-2"/>
          <c:w val="0.84071459184908925"/>
          <c:h val="0.9338729431059255"/>
        </c:manualLayout>
      </c:layout>
      <c:barChart>
        <c:barDir val="col"/>
        <c:grouping val="clustered"/>
        <c:ser>
          <c:idx val="0"/>
          <c:order val="0"/>
          <c:tx>
            <c:v>行业内因子IC</c:v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cat>
            <c:strRef>
              <c:f>短期因子IC!$A$2:$A$41</c:f>
              <c:strCache>
                <c:ptCount val="40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  <c:pt idx="39">
                  <c:v>存货周转率</c:v>
                </c:pt>
              </c:strCache>
            </c:strRef>
          </c:cat>
          <c:val>
            <c:numRef>
              <c:f>短期因子IC!$T$2:$T$41</c:f>
              <c:numCache>
                <c:formatCode>General</c:formatCode>
                <c:ptCount val="40"/>
                <c:pt idx="0">
                  <c:v>0</c:v>
                </c:pt>
                <c:pt idx="1">
                  <c:v>-2.0071687138774771E-2</c:v>
                </c:pt>
                <c:pt idx="2">
                  <c:v>-1.5159089357822305E-2</c:v>
                </c:pt>
                <c:pt idx="3">
                  <c:v>-2.5671380907329486E-2</c:v>
                </c:pt>
                <c:pt idx="4">
                  <c:v>-2.8892235256718701E-2</c:v>
                </c:pt>
                <c:pt idx="5">
                  <c:v>1.5362939026650101E-2</c:v>
                </c:pt>
                <c:pt idx="6">
                  <c:v>-3.4843318588466329E-2</c:v>
                </c:pt>
                <c:pt idx="7">
                  <c:v>6.4807849541584101E-3</c:v>
                </c:pt>
                <c:pt idx="8">
                  <c:v>-1.3761068318893626E-2</c:v>
                </c:pt>
                <c:pt idx="9">
                  <c:v>-5.2566666973932698E-4</c:v>
                </c:pt>
                <c:pt idx="10">
                  <c:v>2.0991827117029459E-3</c:v>
                </c:pt>
                <c:pt idx="11">
                  <c:v>9.1572122051461705E-3</c:v>
                </c:pt>
                <c:pt idx="12">
                  <c:v>-2.8224610252176999E-2</c:v>
                </c:pt>
                <c:pt idx="13">
                  <c:v>1.5317240844119399E-2</c:v>
                </c:pt>
                <c:pt idx="14">
                  <c:v>1.5376904587578798E-2</c:v>
                </c:pt>
                <c:pt idx="15">
                  <c:v>2.7541519491766843E-2</c:v>
                </c:pt>
                <c:pt idx="16">
                  <c:v>-1.9234446939879399E-2</c:v>
                </c:pt>
                <c:pt idx="17">
                  <c:v>-6.3707880150549026E-2</c:v>
                </c:pt>
                <c:pt idx="18">
                  <c:v>-2.8147757190066888E-2</c:v>
                </c:pt>
                <c:pt idx="19">
                  <c:v>-7.1896256833062513E-2</c:v>
                </c:pt>
                <c:pt idx="20">
                  <c:v>-6.2165031164185022E-2</c:v>
                </c:pt>
                <c:pt idx="21">
                  <c:v>-6.1368585307220003E-2</c:v>
                </c:pt>
                <c:pt idx="22">
                  <c:v>-6.4289077718214002E-2</c:v>
                </c:pt>
                <c:pt idx="23">
                  <c:v>-2.1006402893781997E-2</c:v>
                </c:pt>
                <c:pt idx="24">
                  <c:v>-3.2174375151061071E-2</c:v>
                </c:pt>
                <c:pt idx="25">
                  <c:v>5.5817378137352901E-2</c:v>
                </c:pt>
                <c:pt idx="26">
                  <c:v>1.3248423418875527E-2</c:v>
                </c:pt>
                <c:pt idx="27">
                  <c:v>6.9530259435968633E-2</c:v>
                </c:pt>
                <c:pt idx="28">
                  <c:v>1.0310814080005301E-2</c:v>
                </c:pt>
                <c:pt idx="29">
                  <c:v>3.8451562628810193E-2</c:v>
                </c:pt>
                <c:pt idx="30">
                  <c:v>4.6310409178718814E-2</c:v>
                </c:pt>
                <c:pt idx="31">
                  <c:v>9.0949867919846682E-3</c:v>
                </c:pt>
                <c:pt idx="32">
                  <c:v>-1.3797751389574901E-2</c:v>
                </c:pt>
                <c:pt idx="33">
                  <c:v>-5.5578485963650604E-3</c:v>
                </c:pt>
                <c:pt idx="34">
                  <c:v>7.1206512099777008E-4</c:v>
                </c:pt>
                <c:pt idx="35">
                  <c:v>1.3976791084925801E-2</c:v>
                </c:pt>
                <c:pt idx="36">
                  <c:v>-1.3611613480755898E-2</c:v>
                </c:pt>
                <c:pt idx="37">
                  <c:v>4.1689855476896645E-3</c:v>
                </c:pt>
                <c:pt idx="38">
                  <c:v>-3.427792000199058E-3</c:v>
                </c:pt>
                <c:pt idx="39">
                  <c:v>-2.07099140371114E-2</c:v>
                </c:pt>
              </c:numCache>
            </c:numRef>
          </c:val>
        </c:ser>
        <c:ser>
          <c:idx val="1"/>
          <c:order val="1"/>
          <c:tx>
            <c:v>全市场因子IC</c:v>
          </c:tx>
          <c:spPr>
            <a:solidFill>
              <a:srgbClr val="FF0000"/>
            </a:solidFill>
            <a:ln>
              <a:noFill/>
            </a:ln>
            <a:effectLst/>
          </c:spPr>
          <c:cat>
            <c:strRef>
              <c:f>短期因子IC!$A$2:$A$40</c:f>
              <c:strCache>
                <c:ptCount val="39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</c:strCache>
            </c:strRef>
          </c:cat>
          <c:val>
            <c:numRef>
              <c:f>短期因子IC!$B$2:$B$40</c:f>
              <c:numCache>
                <c:formatCode>0.00%</c:formatCode>
                <c:ptCount val="39"/>
                <c:pt idx="0">
                  <c:v>0</c:v>
                </c:pt>
                <c:pt idx="1">
                  <c:v>-9.1000000000000004E-3</c:v>
                </c:pt>
                <c:pt idx="2">
                  <c:v>1.5200000000000003E-2</c:v>
                </c:pt>
                <c:pt idx="3">
                  <c:v>1.2100000000000001E-2</c:v>
                </c:pt>
                <c:pt idx="4">
                  <c:v>-3.0000000000000044E-3</c:v>
                </c:pt>
                <c:pt idx="5">
                  <c:v>1.2699999999999998E-2</c:v>
                </c:pt>
                <c:pt idx="6">
                  <c:v>-3.3000000000000039E-3</c:v>
                </c:pt>
                <c:pt idx="7">
                  <c:v>1.6199999999999999E-2</c:v>
                </c:pt>
                <c:pt idx="8">
                  <c:v>1.2400000000000001E-2</c:v>
                </c:pt>
                <c:pt idx="9">
                  <c:v>1.3500000000000022E-2</c:v>
                </c:pt>
                <c:pt idx="10">
                  <c:v>1.1700000000000028E-2</c:v>
                </c:pt>
                <c:pt idx="11">
                  <c:v>9.0000000000000214E-4</c:v>
                </c:pt>
                <c:pt idx="12">
                  <c:v>-3.100000000000006E-3</c:v>
                </c:pt>
                <c:pt idx="13">
                  <c:v>1.0800000000000021E-2</c:v>
                </c:pt>
                <c:pt idx="14">
                  <c:v>1.1100000000000023E-2</c:v>
                </c:pt>
                <c:pt idx="15">
                  <c:v>-3.0000000000000044E-3</c:v>
                </c:pt>
                <c:pt idx="16">
                  <c:v>-3.9399999999999998E-2</c:v>
                </c:pt>
                <c:pt idx="17">
                  <c:v>-5.3900000000000003E-2</c:v>
                </c:pt>
                <c:pt idx="18">
                  <c:v>-3.1100000000000006E-2</c:v>
                </c:pt>
                <c:pt idx="19">
                  <c:v>-3.2900000000000006E-2</c:v>
                </c:pt>
                <c:pt idx="20">
                  <c:v>-3.09E-2</c:v>
                </c:pt>
                <c:pt idx="21">
                  <c:v>-2.3099999999999999E-2</c:v>
                </c:pt>
                <c:pt idx="22">
                  <c:v>-4.7300000000000092E-2</c:v>
                </c:pt>
                <c:pt idx="23">
                  <c:v>-2.9899999999999999E-2</c:v>
                </c:pt>
                <c:pt idx="24">
                  <c:v>-3.3700000000000001E-2</c:v>
                </c:pt>
                <c:pt idx="25">
                  <c:v>2.01E-2</c:v>
                </c:pt>
                <c:pt idx="26">
                  <c:v>4.5000000000000014E-3</c:v>
                </c:pt>
                <c:pt idx="27">
                  <c:v>1.6100000000000031E-2</c:v>
                </c:pt>
                <c:pt idx="28">
                  <c:v>1.8700000000000033E-2</c:v>
                </c:pt>
                <c:pt idx="29">
                  <c:v>2.8299999999999999E-2</c:v>
                </c:pt>
                <c:pt idx="30">
                  <c:v>2.0000000000000011E-2</c:v>
                </c:pt>
                <c:pt idx="31">
                  <c:v>1.7800000000000003E-2</c:v>
                </c:pt>
                <c:pt idx="32">
                  <c:v>1.1400000000000025E-2</c:v>
                </c:pt>
                <c:pt idx="33">
                  <c:v>1.0200000000000001E-2</c:v>
                </c:pt>
                <c:pt idx="34">
                  <c:v>-1.8400000000000031E-2</c:v>
                </c:pt>
                <c:pt idx="35">
                  <c:v>-2.0000000000000044E-4</c:v>
                </c:pt>
                <c:pt idx="36">
                  <c:v>-2.2400000000000045E-2</c:v>
                </c:pt>
                <c:pt idx="37">
                  <c:v>2.1500000000000002E-2</c:v>
                </c:pt>
                <c:pt idx="38">
                  <c:v>-1.6000000000000021E-2</c:v>
                </c:pt>
              </c:numCache>
            </c:numRef>
          </c:val>
        </c:ser>
        <c:gapWidth val="76"/>
        <c:axId val="208963456"/>
        <c:axId val="208964992"/>
      </c:barChart>
      <c:catAx>
        <c:axId val="208963456"/>
        <c:scaling>
          <c:orientation val="minMax"/>
        </c:scaling>
        <c:axPos val="b"/>
        <c:numFmt formatCode="yyyy/m/d" sourceLinked="0"/>
        <c:majorTickMark val="in"/>
        <c:minorTickMark val="out"/>
        <c:tickLblPos val="low"/>
        <c:txPr>
          <a:bodyPr rot="0" vert="eaVert"/>
          <a:lstStyle/>
          <a:p>
            <a:pPr>
              <a:defRPr sz="600"/>
            </a:pPr>
            <a:endParaRPr lang="zh-CN"/>
          </a:p>
        </c:txPr>
        <c:crossAx val="208964992"/>
        <c:crosses val="autoZero"/>
        <c:auto val="1"/>
        <c:lblAlgn val="ctr"/>
        <c:lblOffset val="100"/>
        <c:tickLblSkip val="1"/>
        <c:tickMarkSkip val="1"/>
      </c:catAx>
      <c:valAx>
        <c:axId val="208964992"/>
        <c:scaling>
          <c:orientation val="minMax"/>
        </c:scaling>
        <c:axPos val="l"/>
        <c:numFmt formatCode="General" sourceLinked="1"/>
        <c:majorTickMark val="none"/>
        <c:tickLblPos val="low"/>
        <c:spPr>
          <a:ln>
            <a:solidFill>
              <a:srgbClr val="002060"/>
            </a:solidFill>
            <a:prstDash val="dash"/>
          </a:ln>
        </c:spPr>
        <c:txPr>
          <a:bodyPr rot="0" vert="horz"/>
          <a:lstStyle/>
          <a:p>
            <a:pPr>
              <a:defRPr/>
            </a:pPr>
            <a:endParaRPr lang="zh-CN"/>
          </a:p>
        </c:txPr>
        <c:crossAx val="208963456"/>
        <c:crosses val="autoZero"/>
        <c:crossBetween val="between"/>
      </c:valAx>
      <c:spPr>
        <a:ln>
          <a:noFill/>
        </a:ln>
      </c:spPr>
    </c:plotArea>
    <c:legend>
      <c:legendPos val="r"/>
      <c:layout>
        <c:manualLayout>
          <c:xMode val="edge"/>
          <c:yMode val="edge"/>
          <c:x val="0.29457300190417535"/>
          <c:y val="8.9949853829247028E-2"/>
          <c:w val="0.11521683098377107"/>
          <c:h val="0.11270574214444255"/>
        </c:manualLayout>
      </c:layout>
    </c:legend>
    <c:plotVisOnly val="1"/>
    <c:dispBlanksAs val="gap"/>
  </c:chart>
  <c:spPr>
    <a:ln>
      <a:solidFill>
        <a:schemeClr val="tx1"/>
      </a:solidFill>
    </a:ln>
  </c:spPr>
  <c:txPr>
    <a:bodyPr/>
    <a:lstStyle/>
    <a:p>
      <a:pPr>
        <a:defRPr sz="800"/>
      </a:pPr>
      <a:endParaRPr lang="zh-CN"/>
    </a:p>
  </c:tx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title>
      <c:tx>
        <c:rich>
          <a:bodyPr/>
          <a:lstStyle/>
          <a:p>
            <a:pPr>
              <a:defRPr sz="1050"/>
            </a:pPr>
            <a:r>
              <a:rPr lang="zh-CN" altLang="en-US" sz="1050"/>
              <a:t>餐饮旅游</a:t>
            </a:r>
            <a:endParaRPr lang="en-US" sz="1050"/>
          </a:p>
        </c:rich>
      </c:tx>
      <c:layout>
        <c:manualLayout>
          <c:xMode val="edge"/>
          <c:yMode val="edge"/>
          <c:x val="0.30106613143945465"/>
          <c:y val="2.5476246363513692E-2"/>
        </c:manualLayout>
      </c:layout>
      <c:overlay val="1"/>
    </c:title>
    <c:plotArea>
      <c:layout>
        <c:manualLayout>
          <c:layoutTarget val="inner"/>
          <c:xMode val="edge"/>
          <c:yMode val="edge"/>
          <c:x val="0.10214153043340812"/>
          <c:y val="2.0949396450859144E-2"/>
          <c:w val="0.84071459184908925"/>
          <c:h val="0.9338729431059255"/>
        </c:manualLayout>
      </c:layout>
      <c:barChart>
        <c:barDir val="col"/>
        <c:grouping val="clustered"/>
        <c:ser>
          <c:idx val="0"/>
          <c:order val="0"/>
          <c:tx>
            <c:v>行业内因子IC</c:v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cat>
            <c:strRef>
              <c:f>短期因子IC!$A$2:$A$41</c:f>
              <c:strCache>
                <c:ptCount val="40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  <c:pt idx="39">
                  <c:v>存货周转率</c:v>
                </c:pt>
              </c:strCache>
            </c:strRef>
          </c:cat>
          <c:val>
            <c:numRef>
              <c:f>短期因子IC!$W$2:$W$41</c:f>
              <c:numCache>
                <c:formatCode>General</c:formatCode>
                <c:ptCount val="40"/>
                <c:pt idx="0">
                  <c:v>0</c:v>
                </c:pt>
                <c:pt idx="1">
                  <c:v>-2.4578797851299602E-3</c:v>
                </c:pt>
                <c:pt idx="2">
                  <c:v>-3.4106945926564373E-2</c:v>
                </c:pt>
                <c:pt idx="3">
                  <c:v>-2.6700991955458501E-2</c:v>
                </c:pt>
                <c:pt idx="4">
                  <c:v>-2.1109210551088001E-2</c:v>
                </c:pt>
                <c:pt idx="5">
                  <c:v>-2.3623173261806001E-2</c:v>
                </c:pt>
                <c:pt idx="6">
                  <c:v>-7.9237670883295558E-2</c:v>
                </c:pt>
                <c:pt idx="7">
                  <c:v>4.6438199980785598E-2</c:v>
                </c:pt>
                <c:pt idx="8">
                  <c:v>-2.50588580623387E-2</c:v>
                </c:pt>
                <c:pt idx="9">
                  <c:v>3.404455657736441E-2</c:v>
                </c:pt>
                <c:pt idx="10">
                  <c:v>3.920394141253776E-2</c:v>
                </c:pt>
                <c:pt idx="11">
                  <c:v>-2.8915540531675339E-2</c:v>
                </c:pt>
                <c:pt idx="12">
                  <c:v>-3.5581967145665187E-2</c:v>
                </c:pt>
                <c:pt idx="13">
                  <c:v>-1.9993542774069801E-2</c:v>
                </c:pt>
                <c:pt idx="14">
                  <c:v>-2.2629111899378211E-2</c:v>
                </c:pt>
                <c:pt idx="15">
                  <c:v>-3.0424442478900846E-2</c:v>
                </c:pt>
                <c:pt idx="16">
                  <c:v>5.6157267377450601E-3</c:v>
                </c:pt>
                <c:pt idx="17">
                  <c:v>-9.5682754392424102E-2</c:v>
                </c:pt>
                <c:pt idx="18">
                  <c:v>-6.5270456879669897E-2</c:v>
                </c:pt>
                <c:pt idx="19">
                  <c:v>-2.7726383929024444E-2</c:v>
                </c:pt>
                <c:pt idx="20">
                  <c:v>-9.6879856630403702E-2</c:v>
                </c:pt>
                <c:pt idx="21">
                  <c:v>-2.747897654949857E-2</c:v>
                </c:pt>
                <c:pt idx="22">
                  <c:v>-2.7901601885124673E-2</c:v>
                </c:pt>
                <c:pt idx="23">
                  <c:v>2.1101030548003965E-2</c:v>
                </c:pt>
                <c:pt idx="24">
                  <c:v>5.5771893229466997E-2</c:v>
                </c:pt>
                <c:pt idx="25">
                  <c:v>0.14588142309044325</c:v>
                </c:pt>
                <c:pt idx="26">
                  <c:v>-8.5883480792743293E-3</c:v>
                </c:pt>
                <c:pt idx="27">
                  <c:v>1.6124420457387052E-2</c:v>
                </c:pt>
                <c:pt idx="28">
                  <c:v>7.2334412541345539E-2</c:v>
                </c:pt>
                <c:pt idx="29">
                  <c:v>6.9932772471097998E-2</c:v>
                </c:pt>
                <c:pt idx="30">
                  <c:v>2.0631089284420269E-3</c:v>
                </c:pt>
                <c:pt idx="31">
                  <c:v>-2.303744595717477E-2</c:v>
                </c:pt>
                <c:pt idx="32">
                  <c:v>4.16557938373774E-2</c:v>
                </c:pt>
                <c:pt idx="33">
                  <c:v>3.2684137835436201E-2</c:v>
                </c:pt>
                <c:pt idx="34">
                  <c:v>-2.6218724701447087E-2</c:v>
                </c:pt>
                <c:pt idx="35">
                  <c:v>-5.1616881414464503E-3</c:v>
                </c:pt>
                <c:pt idx="36">
                  <c:v>-6.0811828275365985E-2</c:v>
                </c:pt>
                <c:pt idx="37">
                  <c:v>8.0430187229549779E-3</c:v>
                </c:pt>
                <c:pt idx="38">
                  <c:v>-8.5582130793044303E-2</c:v>
                </c:pt>
                <c:pt idx="39">
                  <c:v>-2.3381980288151302E-2</c:v>
                </c:pt>
              </c:numCache>
            </c:numRef>
          </c:val>
        </c:ser>
        <c:ser>
          <c:idx val="1"/>
          <c:order val="1"/>
          <c:tx>
            <c:v>全市场因子IC</c:v>
          </c:tx>
          <c:spPr>
            <a:solidFill>
              <a:srgbClr val="FF0000"/>
            </a:solidFill>
            <a:ln>
              <a:noFill/>
            </a:ln>
            <a:effectLst/>
          </c:spPr>
          <c:cat>
            <c:strRef>
              <c:f>短期因子IC!$A$2:$A$40</c:f>
              <c:strCache>
                <c:ptCount val="39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</c:strCache>
            </c:strRef>
          </c:cat>
          <c:val>
            <c:numRef>
              <c:f>短期因子IC!$B$2:$B$40</c:f>
              <c:numCache>
                <c:formatCode>0.00%</c:formatCode>
                <c:ptCount val="39"/>
                <c:pt idx="0">
                  <c:v>0</c:v>
                </c:pt>
                <c:pt idx="1">
                  <c:v>-9.1000000000000004E-3</c:v>
                </c:pt>
                <c:pt idx="2">
                  <c:v>1.5200000000000003E-2</c:v>
                </c:pt>
                <c:pt idx="3">
                  <c:v>1.2100000000000001E-2</c:v>
                </c:pt>
                <c:pt idx="4">
                  <c:v>-3.0000000000000044E-3</c:v>
                </c:pt>
                <c:pt idx="5">
                  <c:v>1.2699999999999998E-2</c:v>
                </c:pt>
                <c:pt idx="6">
                  <c:v>-3.3000000000000039E-3</c:v>
                </c:pt>
                <c:pt idx="7">
                  <c:v>1.6199999999999999E-2</c:v>
                </c:pt>
                <c:pt idx="8">
                  <c:v>1.2400000000000001E-2</c:v>
                </c:pt>
                <c:pt idx="9">
                  <c:v>1.3500000000000022E-2</c:v>
                </c:pt>
                <c:pt idx="10">
                  <c:v>1.1700000000000028E-2</c:v>
                </c:pt>
                <c:pt idx="11">
                  <c:v>9.0000000000000214E-4</c:v>
                </c:pt>
                <c:pt idx="12">
                  <c:v>-3.100000000000006E-3</c:v>
                </c:pt>
                <c:pt idx="13">
                  <c:v>1.0800000000000021E-2</c:v>
                </c:pt>
                <c:pt idx="14">
                  <c:v>1.1100000000000023E-2</c:v>
                </c:pt>
                <c:pt idx="15">
                  <c:v>-3.0000000000000044E-3</c:v>
                </c:pt>
                <c:pt idx="16">
                  <c:v>-3.9399999999999998E-2</c:v>
                </c:pt>
                <c:pt idx="17">
                  <c:v>-5.3900000000000003E-2</c:v>
                </c:pt>
                <c:pt idx="18">
                  <c:v>-3.1100000000000006E-2</c:v>
                </c:pt>
                <c:pt idx="19">
                  <c:v>-3.2900000000000006E-2</c:v>
                </c:pt>
                <c:pt idx="20">
                  <c:v>-3.09E-2</c:v>
                </c:pt>
                <c:pt idx="21">
                  <c:v>-2.3099999999999999E-2</c:v>
                </c:pt>
                <c:pt idx="22">
                  <c:v>-4.7300000000000092E-2</c:v>
                </c:pt>
                <c:pt idx="23">
                  <c:v>-2.9899999999999999E-2</c:v>
                </c:pt>
                <c:pt idx="24">
                  <c:v>-3.3700000000000001E-2</c:v>
                </c:pt>
                <c:pt idx="25">
                  <c:v>2.01E-2</c:v>
                </c:pt>
                <c:pt idx="26">
                  <c:v>4.5000000000000014E-3</c:v>
                </c:pt>
                <c:pt idx="27">
                  <c:v>1.6100000000000031E-2</c:v>
                </c:pt>
                <c:pt idx="28">
                  <c:v>1.8700000000000033E-2</c:v>
                </c:pt>
                <c:pt idx="29">
                  <c:v>2.8299999999999999E-2</c:v>
                </c:pt>
                <c:pt idx="30">
                  <c:v>2.0000000000000011E-2</c:v>
                </c:pt>
                <c:pt idx="31">
                  <c:v>1.7800000000000003E-2</c:v>
                </c:pt>
                <c:pt idx="32">
                  <c:v>1.1400000000000025E-2</c:v>
                </c:pt>
                <c:pt idx="33">
                  <c:v>1.0200000000000001E-2</c:v>
                </c:pt>
                <c:pt idx="34">
                  <c:v>-1.8400000000000031E-2</c:v>
                </c:pt>
                <c:pt idx="35">
                  <c:v>-2.0000000000000044E-4</c:v>
                </c:pt>
                <c:pt idx="36">
                  <c:v>-2.2400000000000045E-2</c:v>
                </c:pt>
                <c:pt idx="37">
                  <c:v>2.1500000000000002E-2</c:v>
                </c:pt>
                <c:pt idx="38">
                  <c:v>-1.6000000000000021E-2</c:v>
                </c:pt>
              </c:numCache>
            </c:numRef>
          </c:val>
        </c:ser>
        <c:gapWidth val="76"/>
        <c:axId val="209154048"/>
        <c:axId val="209155968"/>
      </c:barChart>
      <c:catAx>
        <c:axId val="209154048"/>
        <c:scaling>
          <c:orientation val="minMax"/>
        </c:scaling>
        <c:axPos val="b"/>
        <c:numFmt formatCode="yyyy/m/d" sourceLinked="0"/>
        <c:majorTickMark val="in"/>
        <c:minorTickMark val="out"/>
        <c:tickLblPos val="low"/>
        <c:txPr>
          <a:bodyPr rot="0" vert="eaVert"/>
          <a:lstStyle/>
          <a:p>
            <a:pPr>
              <a:defRPr sz="600"/>
            </a:pPr>
            <a:endParaRPr lang="zh-CN"/>
          </a:p>
        </c:txPr>
        <c:crossAx val="209155968"/>
        <c:crosses val="autoZero"/>
        <c:auto val="1"/>
        <c:lblAlgn val="ctr"/>
        <c:lblOffset val="100"/>
        <c:tickLblSkip val="1"/>
        <c:tickMarkSkip val="1"/>
      </c:catAx>
      <c:valAx>
        <c:axId val="209155968"/>
        <c:scaling>
          <c:orientation val="minMax"/>
        </c:scaling>
        <c:axPos val="l"/>
        <c:numFmt formatCode="General" sourceLinked="1"/>
        <c:majorTickMark val="none"/>
        <c:tickLblPos val="low"/>
        <c:spPr>
          <a:ln>
            <a:solidFill>
              <a:srgbClr val="002060"/>
            </a:solidFill>
            <a:prstDash val="dash"/>
          </a:ln>
        </c:spPr>
        <c:txPr>
          <a:bodyPr rot="0" vert="horz"/>
          <a:lstStyle/>
          <a:p>
            <a:pPr>
              <a:defRPr/>
            </a:pPr>
            <a:endParaRPr lang="zh-CN"/>
          </a:p>
        </c:txPr>
        <c:crossAx val="209154048"/>
        <c:crosses val="autoZero"/>
        <c:crossBetween val="between"/>
      </c:valAx>
      <c:spPr>
        <a:ln>
          <a:noFill/>
        </a:ln>
      </c:spPr>
    </c:plotArea>
    <c:legend>
      <c:legendPos val="r"/>
      <c:layout>
        <c:manualLayout>
          <c:xMode val="edge"/>
          <c:yMode val="edge"/>
          <c:x val="0.29457300190417535"/>
          <c:y val="8.9949853829247028E-2"/>
          <c:w val="0.11521683098377107"/>
          <c:h val="0.11270574214444255"/>
        </c:manualLayout>
      </c:layout>
    </c:legend>
    <c:plotVisOnly val="1"/>
    <c:dispBlanksAs val="gap"/>
  </c:chart>
  <c:spPr>
    <a:ln>
      <a:solidFill>
        <a:schemeClr val="tx1"/>
      </a:solidFill>
    </a:ln>
  </c:spPr>
  <c:txPr>
    <a:bodyPr/>
    <a:lstStyle/>
    <a:p>
      <a:pPr>
        <a:defRPr sz="800"/>
      </a:pPr>
      <a:endParaRPr lang="zh-CN"/>
    </a:p>
  </c:txPr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style val="26"/>
  <c:chart>
    <c:title>
      <c:tx>
        <c:rich>
          <a:bodyPr/>
          <a:lstStyle/>
          <a:p>
            <a:pPr>
              <a:defRPr sz="1050"/>
            </a:pPr>
            <a:r>
              <a:rPr lang="zh-CN" altLang="en-US" sz="1050"/>
              <a:t>信息服务</a:t>
            </a:r>
            <a:endParaRPr lang="en-US" sz="1050"/>
          </a:p>
        </c:rich>
      </c:tx>
      <c:layout>
        <c:manualLayout>
          <c:xMode val="edge"/>
          <c:yMode val="edge"/>
          <c:x val="0.30106613143945465"/>
          <c:y val="2.5476246363513692E-2"/>
        </c:manualLayout>
      </c:layout>
      <c:overlay val="1"/>
    </c:title>
    <c:plotArea>
      <c:layout>
        <c:manualLayout>
          <c:layoutTarget val="inner"/>
          <c:xMode val="edge"/>
          <c:yMode val="edge"/>
          <c:x val="8.3344091380761556E-2"/>
          <c:y val="1.7561647591136029E-2"/>
          <c:w val="0.84071459184908925"/>
          <c:h val="0.9338729431059255"/>
        </c:manualLayout>
      </c:layout>
      <c:barChart>
        <c:barDir val="col"/>
        <c:grouping val="clustered"/>
        <c:ser>
          <c:idx val="0"/>
          <c:order val="0"/>
          <c:tx>
            <c:v>行业内因子IC</c:v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cat>
            <c:strRef>
              <c:f>短期因子IC!$A$2:$A$41</c:f>
              <c:strCache>
                <c:ptCount val="40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  <c:pt idx="39">
                  <c:v>存货周转率</c:v>
                </c:pt>
              </c:strCache>
            </c:strRef>
          </c:cat>
          <c:val>
            <c:numRef>
              <c:f>短期因子IC!$X$2:$X$41</c:f>
              <c:numCache>
                <c:formatCode>General</c:formatCode>
                <c:ptCount val="40"/>
                <c:pt idx="0">
                  <c:v>0</c:v>
                </c:pt>
                <c:pt idx="1">
                  <c:v>-6.7183190412228727E-2</c:v>
                </c:pt>
                <c:pt idx="2">
                  <c:v>-2.4666518993251788E-2</c:v>
                </c:pt>
                <c:pt idx="3">
                  <c:v>-3.3756666812780278E-2</c:v>
                </c:pt>
                <c:pt idx="4">
                  <c:v>-3.6094741053251403E-2</c:v>
                </c:pt>
                <c:pt idx="5">
                  <c:v>3.620404257265222E-3</c:v>
                </c:pt>
                <c:pt idx="6">
                  <c:v>-2.3954404742598336E-2</c:v>
                </c:pt>
                <c:pt idx="7">
                  <c:v>-3.5509533941413998E-2</c:v>
                </c:pt>
                <c:pt idx="8">
                  <c:v>-2.6438089657802099E-2</c:v>
                </c:pt>
                <c:pt idx="9">
                  <c:v>-4.7785043562284066E-2</c:v>
                </c:pt>
                <c:pt idx="10">
                  <c:v>-5.0990255735393314E-2</c:v>
                </c:pt>
                <c:pt idx="11">
                  <c:v>-2.4986151129847877E-2</c:v>
                </c:pt>
                <c:pt idx="12">
                  <c:v>5.2204971201688915E-4</c:v>
                </c:pt>
                <c:pt idx="13">
                  <c:v>7.1651025687855295E-3</c:v>
                </c:pt>
                <c:pt idx="14">
                  <c:v>6.951187721907082E-3</c:v>
                </c:pt>
                <c:pt idx="15">
                  <c:v>5.0689824264195396E-2</c:v>
                </c:pt>
                <c:pt idx="16">
                  <c:v>-7.4227258699877105E-2</c:v>
                </c:pt>
                <c:pt idx="17">
                  <c:v>-0.10200375999093113</c:v>
                </c:pt>
                <c:pt idx="18">
                  <c:v>-3.2236979006049861E-2</c:v>
                </c:pt>
                <c:pt idx="19">
                  <c:v>-2.9559726283713911E-2</c:v>
                </c:pt>
                <c:pt idx="20">
                  <c:v>-8.3050955219352685E-2</c:v>
                </c:pt>
                <c:pt idx="21">
                  <c:v>-9.5239895572596711E-2</c:v>
                </c:pt>
                <c:pt idx="22">
                  <c:v>-9.5543853167037535E-2</c:v>
                </c:pt>
                <c:pt idx="23">
                  <c:v>-6.0517301575924214E-2</c:v>
                </c:pt>
                <c:pt idx="24">
                  <c:v>-6.041841767603702E-2</c:v>
                </c:pt>
                <c:pt idx="25">
                  <c:v>5.1608225302499075E-2</c:v>
                </c:pt>
                <c:pt idx="26">
                  <c:v>1.4480452791241499E-2</c:v>
                </c:pt>
                <c:pt idx="27">
                  <c:v>1.8695769730086003E-2</c:v>
                </c:pt>
                <c:pt idx="28">
                  <c:v>6.3433716296027419E-3</c:v>
                </c:pt>
                <c:pt idx="29">
                  <c:v>4.2745622079972886E-2</c:v>
                </c:pt>
                <c:pt idx="30">
                  <c:v>-2.1284919100786712E-2</c:v>
                </c:pt>
                <c:pt idx="31">
                  <c:v>1.9727839242370857E-2</c:v>
                </c:pt>
                <c:pt idx="32">
                  <c:v>-2.8965552814798987E-2</c:v>
                </c:pt>
                <c:pt idx="33">
                  <c:v>-2.3174434332304168E-2</c:v>
                </c:pt>
                <c:pt idx="34">
                  <c:v>2.3235915097547861E-4</c:v>
                </c:pt>
                <c:pt idx="35">
                  <c:v>1.0698366506072598E-2</c:v>
                </c:pt>
                <c:pt idx="36">
                  <c:v>-2.4253618492568806E-2</c:v>
                </c:pt>
                <c:pt idx="37">
                  <c:v>3.3228664062277903E-2</c:v>
                </c:pt>
                <c:pt idx="38">
                  <c:v>4.4264528237070097E-2</c:v>
                </c:pt>
                <c:pt idx="39">
                  <c:v>-2.2668260220197099E-2</c:v>
                </c:pt>
              </c:numCache>
            </c:numRef>
          </c:val>
        </c:ser>
        <c:ser>
          <c:idx val="1"/>
          <c:order val="1"/>
          <c:tx>
            <c:v>全市场因子IC</c:v>
          </c:tx>
          <c:spPr>
            <a:solidFill>
              <a:srgbClr val="FF0000"/>
            </a:solidFill>
            <a:ln>
              <a:noFill/>
            </a:ln>
            <a:effectLst/>
          </c:spPr>
          <c:cat>
            <c:strRef>
              <c:f>短期因子IC!$A$2:$A$40</c:f>
              <c:strCache>
                <c:ptCount val="39"/>
                <c:pt idx="0">
                  <c:v>    </c:v>
                </c:pt>
                <c:pt idx="1">
                  <c:v>销售净利率</c:v>
                </c:pt>
                <c:pt idx="2">
                  <c:v>ROE</c:v>
                </c:pt>
                <c:pt idx="3">
                  <c:v>ROA</c:v>
                </c:pt>
                <c:pt idx="4">
                  <c:v>毛利率</c:v>
                </c:pt>
                <c:pt idx="5">
                  <c:v>净利润现金占比</c:v>
                </c:pt>
                <c:pt idx="6">
                  <c:v>每股净资产增长</c:v>
                </c:pt>
                <c:pt idx="7">
                  <c:v>ROE增长率</c:v>
                </c:pt>
                <c:pt idx="8">
                  <c:v>主营收入增长</c:v>
                </c:pt>
                <c:pt idx="9">
                  <c:v>EPS增长率</c:v>
                </c:pt>
                <c:pt idx="10">
                  <c:v>净利润增长率</c:v>
                </c:pt>
                <c:pt idx="11">
                  <c:v>总资产增长率</c:v>
                </c:pt>
                <c:pt idx="12">
                  <c:v>股东权益增长</c:v>
                </c:pt>
                <c:pt idx="13">
                  <c:v>流通股本/总股本</c:v>
                </c:pt>
                <c:pt idx="14">
                  <c:v>流通市值/总市值</c:v>
                </c:pt>
                <c:pt idx="15">
                  <c:v>负债/资产</c:v>
                </c:pt>
                <c:pt idx="16">
                  <c:v>最近3月成交量</c:v>
                </c:pt>
                <c:pt idx="17">
                  <c:v>成交金额</c:v>
                </c:pt>
                <c:pt idx="18">
                  <c:v>换手率</c:v>
                </c:pt>
                <c:pt idx="19">
                  <c:v>一个月股价反转</c:v>
                </c:pt>
                <c:pt idx="20">
                  <c:v>三个月股价反转</c:v>
                </c:pt>
                <c:pt idx="21">
                  <c:v>六个月股价反转</c:v>
                </c:pt>
                <c:pt idx="22">
                  <c:v>流通市值</c:v>
                </c:pt>
                <c:pt idx="23">
                  <c:v>流通股本</c:v>
                </c:pt>
                <c:pt idx="24">
                  <c:v>总资产</c:v>
                </c:pt>
                <c:pt idx="25">
                  <c:v>BP</c:v>
                </c:pt>
                <c:pt idx="26">
                  <c:v>每股派息/股价</c:v>
                </c:pt>
                <c:pt idx="27">
                  <c:v>SP</c:v>
                </c:pt>
                <c:pt idx="28">
                  <c:v>CFP</c:v>
                </c:pt>
                <c:pt idx="29">
                  <c:v>EP</c:v>
                </c:pt>
                <c:pt idx="30">
                  <c:v>营业费用比例</c:v>
                </c:pt>
                <c:pt idx="31">
                  <c:v>总资产周转率</c:v>
                </c:pt>
                <c:pt idx="32">
                  <c:v>流动比率</c:v>
                </c:pt>
                <c:pt idx="33">
                  <c:v>速动比率</c:v>
                </c:pt>
                <c:pt idx="34">
                  <c:v>长期负债比率</c:v>
                </c:pt>
                <c:pt idx="35">
                  <c:v>每股负债比</c:v>
                </c:pt>
                <c:pt idx="36">
                  <c:v>固定比</c:v>
                </c:pt>
                <c:pt idx="37">
                  <c:v>流动负债率</c:v>
                </c:pt>
                <c:pt idx="38">
                  <c:v>财务费用比例</c:v>
                </c:pt>
              </c:strCache>
            </c:strRef>
          </c:cat>
          <c:val>
            <c:numRef>
              <c:f>短期因子IC!$B$2:$B$40</c:f>
              <c:numCache>
                <c:formatCode>0.00%</c:formatCode>
                <c:ptCount val="39"/>
                <c:pt idx="0">
                  <c:v>0</c:v>
                </c:pt>
                <c:pt idx="1">
                  <c:v>-9.1000000000000004E-3</c:v>
                </c:pt>
                <c:pt idx="2">
                  <c:v>1.5200000000000003E-2</c:v>
                </c:pt>
                <c:pt idx="3">
                  <c:v>1.2100000000000001E-2</c:v>
                </c:pt>
                <c:pt idx="4">
                  <c:v>-3.0000000000000044E-3</c:v>
                </c:pt>
                <c:pt idx="5">
                  <c:v>1.2699999999999998E-2</c:v>
                </c:pt>
                <c:pt idx="6">
                  <c:v>-3.3000000000000039E-3</c:v>
                </c:pt>
                <c:pt idx="7">
                  <c:v>1.6199999999999999E-2</c:v>
                </c:pt>
                <c:pt idx="8">
                  <c:v>1.2400000000000001E-2</c:v>
                </c:pt>
                <c:pt idx="9">
                  <c:v>1.3500000000000022E-2</c:v>
                </c:pt>
                <c:pt idx="10">
                  <c:v>1.1700000000000028E-2</c:v>
                </c:pt>
                <c:pt idx="11">
                  <c:v>9.0000000000000214E-4</c:v>
                </c:pt>
                <c:pt idx="12">
                  <c:v>-3.100000000000006E-3</c:v>
                </c:pt>
                <c:pt idx="13">
                  <c:v>1.0800000000000021E-2</c:v>
                </c:pt>
                <c:pt idx="14">
                  <c:v>1.1100000000000023E-2</c:v>
                </c:pt>
                <c:pt idx="15">
                  <c:v>-3.0000000000000044E-3</c:v>
                </c:pt>
                <c:pt idx="16">
                  <c:v>-3.9399999999999998E-2</c:v>
                </c:pt>
                <c:pt idx="17">
                  <c:v>-5.3900000000000003E-2</c:v>
                </c:pt>
                <c:pt idx="18">
                  <c:v>-3.1100000000000006E-2</c:v>
                </c:pt>
                <c:pt idx="19">
                  <c:v>-3.2900000000000006E-2</c:v>
                </c:pt>
                <c:pt idx="20">
                  <c:v>-3.09E-2</c:v>
                </c:pt>
                <c:pt idx="21">
                  <c:v>-2.3099999999999999E-2</c:v>
                </c:pt>
                <c:pt idx="22">
                  <c:v>-4.7300000000000092E-2</c:v>
                </c:pt>
                <c:pt idx="23">
                  <c:v>-2.9899999999999999E-2</c:v>
                </c:pt>
                <c:pt idx="24">
                  <c:v>-3.3700000000000001E-2</c:v>
                </c:pt>
                <c:pt idx="25">
                  <c:v>2.01E-2</c:v>
                </c:pt>
                <c:pt idx="26">
                  <c:v>4.5000000000000014E-3</c:v>
                </c:pt>
                <c:pt idx="27">
                  <c:v>1.6100000000000031E-2</c:v>
                </c:pt>
                <c:pt idx="28">
                  <c:v>1.8700000000000033E-2</c:v>
                </c:pt>
                <c:pt idx="29">
                  <c:v>2.8299999999999999E-2</c:v>
                </c:pt>
                <c:pt idx="30">
                  <c:v>2.0000000000000011E-2</c:v>
                </c:pt>
                <c:pt idx="31">
                  <c:v>1.7800000000000003E-2</c:v>
                </c:pt>
                <c:pt idx="32">
                  <c:v>1.1400000000000025E-2</c:v>
                </c:pt>
                <c:pt idx="33">
                  <c:v>1.0200000000000001E-2</c:v>
                </c:pt>
                <c:pt idx="34">
                  <c:v>-1.8400000000000031E-2</c:v>
                </c:pt>
                <c:pt idx="35">
                  <c:v>-2.0000000000000044E-4</c:v>
                </c:pt>
                <c:pt idx="36">
                  <c:v>-2.2400000000000045E-2</c:v>
                </c:pt>
                <c:pt idx="37">
                  <c:v>2.1500000000000002E-2</c:v>
                </c:pt>
                <c:pt idx="38">
                  <c:v>-1.6000000000000021E-2</c:v>
                </c:pt>
              </c:numCache>
            </c:numRef>
          </c:val>
        </c:ser>
        <c:gapWidth val="76"/>
        <c:axId val="208849920"/>
        <c:axId val="209355520"/>
      </c:barChart>
      <c:catAx>
        <c:axId val="208849920"/>
        <c:scaling>
          <c:orientation val="minMax"/>
        </c:scaling>
        <c:axPos val="b"/>
        <c:numFmt formatCode="yyyy/m/d" sourceLinked="0"/>
        <c:majorTickMark val="in"/>
        <c:minorTickMark val="out"/>
        <c:tickLblPos val="low"/>
        <c:txPr>
          <a:bodyPr rot="0" vert="eaVert"/>
          <a:lstStyle/>
          <a:p>
            <a:pPr>
              <a:defRPr sz="600"/>
            </a:pPr>
            <a:endParaRPr lang="zh-CN"/>
          </a:p>
        </c:txPr>
        <c:crossAx val="209355520"/>
        <c:crosses val="autoZero"/>
        <c:auto val="1"/>
        <c:lblAlgn val="ctr"/>
        <c:lblOffset val="100"/>
        <c:tickLblSkip val="1"/>
        <c:tickMarkSkip val="1"/>
      </c:catAx>
      <c:valAx>
        <c:axId val="209355520"/>
        <c:scaling>
          <c:orientation val="minMax"/>
        </c:scaling>
        <c:axPos val="l"/>
        <c:numFmt formatCode="General" sourceLinked="1"/>
        <c:majorTickMark val="none"/>
        <c:tickLblPos val="low"/>
        <c:spPr>
          <a:ln>
            <a:solidFill>
              <a:srgbClr val="002060"/>
            </a:solidFill>
            <a:prstDash val="dash"/>
          </a:ln>
        </c:spPr>
        <c:txPr>
          <a:bodyPr rot="0" vert="horz"/>
          <a:lstStyle/>
          <a:p>
            <a:pPr>
              <a:defRPr/>
            </a:pPr>
            <a:endParaRPr lang="zh-CN"/>
          </a:p>
        </c:txPr>
        <c:crossAx val="208849920"/>
        <c:crosses val="autoZero"/>
        <c:crossBetween val="between"/>
      </c:valAx>
      <c:spPr>
        <a:ln>
          <a:noFill/>
        </a:ln>
      </c:spPr>
    </c:plotArea>
    <c:legend>
      <c:legendPos val="r"/>
      <c:layout>
        <c:manualLayout>
          <c:xMode val="edge"/>
          <c:yMode val="edge"/>
          <c:x val="0.29457300190417535"/>
          <c:y val="8.9949853829247028E-2"/>
          <c:w val="0.11521683098377107"/>
          <c:h val="0.11270574214444255"/>
        </c:manualLayout>
      </c:layout>
    </c:legend>
    <c:plotVisOnly val="1"/>
    <c:dispBlanksAs val="gap"/>
  </c:chart>
  <c:spPr>
    <a:ln>
      <a:solidFill>
        <a:schemeClr val="tx1"/>
      </a:solidFill>
    </a:ln>
  </c:spPr>
  <c:txPr>
    <a:bodyPr/>
    <a:lstStyle/>
    <a:p>
      <a:pPr>
        <a:defRPr sz="800"/>
      </a:pPr>
      <a:endParaRPr lang="zh-CN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6F2FB1-D29C-49C3-9C40-8BA20EBDE06B}" type="doc">
      <dgm:prSet loTypeId="urn:microsoft.com/office/officeart/2005/8/layout/list1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2301117D-14D5-4EF4-BF62-D7C6818D8832}">
      <dgm:prSet phldrT="[文本]"/>
      <dgm:spPr/>
      <dgm:t>
        <a:bodyPr/>
        <a:lstStyle/>
        <a:p>
          <a:r>
            <a:rPr lang="zh-CN" altLang="en-US" b="1" dirty="0" smtClean="0">
              <a:latin typeface="楷体_GB2312" pitchFamily="49" charset="-122"/>
              <a:ea typeface="楷体_GB2312" pitchFamily="49" charset="-122"/>
            </a:rPr>
            <a:t>全市场选股</a:t>
          </a:r>
          <a:endParaRPr lang="zh-CN" altLang="en-US" b="1" dirty="0">
            <a:latin typeface="楷体_GB2312" pitchFamily="49" charset="-122"/>
            <a:ea typeface="楷体_GB2312" pitchFamily="49" charset="-122"/>
          </a:endParaRPr>
        </a:p>
      </dgm:t>
    </dgm:pt>
    <dgm:pt modelId="{136073AC-C5D8-415C-B629-C267030A6388}" type="parTrans" cxnId="{9C661BB7-5FAF-4040-9E52-87CAAD490590}">
      <dgm:prSet/>
      <dgm:spPr/>
      <dgm:t>
        <a:bodyPr/>
        <a:lstStyle/>
        <a:p>
          <a:endParaRPr lang="zh-CN" altLang="en-US"/>
        </a:p>
      </dgm:t>
    </dgm:pt>
    <dgm:pt modelId="{842AB5FE-4120-4647-BFF2-2D6FA65504D3}" type="sibTrans" cxnId="{9C661BB7-5FAF-4040-9E52-87CAAD490590}">
      <dgm:prSet/>
      <dgm:spPr/>
      <dgm:t>
        <a:bodyPr/>
        <a:lstStyle/>
        <a:p>
          <a:endParaRPr lang="zh-CN" altLang="en-US"/>
        </a:p>
      </dgm:t>
    </dgm:pt>
    <dgm:pt modelId="{7AC3B61C-EBDC-4650-BE59-366C3005494F}">
      <dgm:prSet phldrT="[文本]"/>
      <dgm:spPr/>
      <dgm:t>
        <a:bodyPr/>
        <a:lstStyle/>
        <a:p>
          <a:r>
            <a:rPr lang="zh-CN" altLang="en-US" b="1" dirty="0" smtClean="0">
              <a:latin typeface="楷体_GB2312" pitchFamily="49" charset="-122"/>
              <a:ea typeface="楷体_GB2312" pitchFamily="49" charset="-122"/>
            </a:rPr>
            <a:t>分行业选股</a:t>
          </a:r>
          <a:endParaRPr lang="zh-CN" altLang="en-US" b="1" dirty="0">
            <a:latin typeface="楷体_GB2312" pitchFamily="49" charset="-122"/>
            <a:ea typeface="楷体_GB2312" pitchFamily="49" charset="-122"/>
          </a:endParaRPr>
        </a:p>
      </dgm:t>
    </dgm:pt>
    <dgm:pt modelId="{39E3CA87-AC72-4E44-B3CB-C5F458D89077}" type="parTrans" cxnId="{0FC1EC94-6474-4A45-BA51-BA0BCAABF4CA}">
      <dgm:prSet/>
      <dgm:spPr/>
      <dgm:t>
        <a:bodyPr/>
        <a:lstStyle/>
        <a:p>
          <a:endParaRPr lang="zh-CN" altLang="en-US"/>
        </a:p>
      </dgm:t>
    </dgm:pt>
    <dgm:pt modelId="{2F0F9CDE-DD0F-48DE-9AE6-CDE6806D6434}" type="sibTrans" cxnId="{0FC1EC94-6474-4A45-BA51-BA0BCAABF4CA}">
      <dgm:prSet/>
      <dgm:spPr/>
      <dgm:t>
        <a:bodyPr/>
        <a:lstStyle/>
        <a:p>
          <a:endParaRPr lang="zh-CN" altLang="en-US"/>
        </a:p>
      </dgm:t>
    </dgm:pt>
    <dgm:pt modelId="{241FFEC6-D3CF-43B2-A3E6-9CC8EF88D548}">
      <dgm:prSet phldrT="[文本]"/>
      <dgm:spPr/>
      <dgm:t>
        <a:bodyPr/>
        <a:lstStyle/>
        <a:p>
          <a:r>
            <a:rPr lang="zh-CN" altLang="en-US" b="1" dirty="0" smtClean="0">
              <a:latin typeface="楷体_GB2312" pitchFamily="49" charset="-122"/>
              <a:ea typeface="楷体_GB2312" pitchFamily="49" charset="-122"/>
            </a:rPr>
            <a:t>因子行业中性</a:t>
          </a:r>
          <a:endParaRPr lang="zh-CN" altLang="en-US" b="1" dirty="0">
            <a:latin typeface="楷体_GB2312" pitchFamily="49" charset="-122"/>
            <a:ea typeface="楷体_GB2312" pitchFamily="49" charset="-122"/>
          </a:endParaRPr>
        </a:p>
      </dgm:t>
    </dgm:pt>
    <dgm:pt modelId="{6DD89382-0A43-4FA6-B726-E3EDC7DC5FBA}" type="parTrans" cxnId="{51575980-7071-44D2-A60F-B30A50E41593}">
      <dgm:prSet/>
      <dgm:spPr/>
      <dgm:t>
        <a:bodyPr/>
        <a:lstStyle/>
        <a:p>
          <a:endParaRPr lang="zh-CN" altLang="en-US"/>
        </a:p>
      </dgm:t>
    </dgm:pt>
    <dgm:pt modelId="{5CC8EE61-5AD5-432E-933A-4DA002D7A21B}" type="sibTrans" cxnId="{51575980-7071-44D2-A60F-B30A50E41593}">
      <dgm:prSet/>
      <dgm:spPr/>
      <dgm:t>
        <a:bodyPr/>
        <a:lstStyle/>
        <a:p>
          <a:endParaRPr lang="zh-CN" altLang="en-US"/>
        </a:p>
      </dgm:t>
    </dgm:pt>
    <dgm:pt modelId="{6F1EE0DA-891B-49D6-899D-3779C817BC54}">
      <dgm:prSet phldrT="[文本]"/>
      <dgm:spPr/>
      <dgm:t>
        <a:bodyPr/>
        <a:lstStyle/>
        <a:p>
          <a:r>
            <a:rPr lang="zh-CN" altLang="en-US" b="1" dirty="0" smtClean="0">
              <a:latin typeface="楷体_GB2312" pitchFamily="49" charset="-122"/>
              <a:ea typeface="楷体_GB2312" pitchFamily="49" charset="-122"/>
            </a:rPr>
            <a:t>利用一套有效因子体系</a:t>
          </a:r>
          <a:endParaRPr lang="zh-CN" altLang="en-US" b="1" dirty="0">
            <a:latin typeface="楷体_GB2312" pitchFamily="49" charset="-122"/>
            <a:ea typeface="楷体_GB2312" pitchFamily="49" charset="-122"/>
          </a:endParaRPr>
        </a:p>
      </dgm:t>
    </dgm:pt>
    <dgm:pt modelId="{85C19F26-07A6-48AC-9B4B-180460B4BBB2}" type="parTrans" cxnId="{69A7ED28-21BE-4F60-BE6A-5985AD38B675}">
      <dgm:prSet/>
      <dgm:spPr/>
      <dgm:t>
        <a:bodyPr/>
        <a:lstStyle/>
        <a:p>
          <a:endParaRPr lang="zh-CN" altLang="en-US"/>
        </a:p>
      </dgm:t>
    </dgm:pt>
    <dgm:pt modelId="{F73AF297-6B51-4802-88DB-E7014D7D2AB8}" type="sibTrans" cxnId="{69A7ED28-21BE-4F60-BE6A-5985AD38B675}">
      <dgm:prSet/>
      <dgm:spPr/>
      <dgm:t>
        <a:bodyPr/>
        <a:lstStyle/>
        <a:p>
          <a:endParaRPr lang="zh-CN" altLang="en-US"/>
        </a:p>
      </dgm:t>
    </dgm:pt>
    <dgm:pt modelId="{6C89DFF3-46C1-4CC7-9DC8-1C6AE9FD2015}">
      <dgm:prSet phldrT="[文本]"/>
      <dgm:spPr/>
      <dgm:t>
        <a:bodyPr/>
        <a:lstStyle/>
        <a:p>
          <a:r>
            <a:rPr lang="zh-CN" altLang="en-US" b="1" dirty="0" smtClean="0">
              <a:latin typeface="楷体_GB2312" pitchFamily="49" charset="-122"/>
              <a:ea typeface="楷体_GB2312" pitchFamily="49" charset="-122"/>
            </a:rPr>
            <a:t>关注因子在行业的特殊性</a:t>
          </a:r>
          <a:endParaRPr lang="zh-CN" altLang="en-US" b="1" dirty="0">
            <a:latin typeface="楷体_GB2312" pitchFamily="49" charset="-122"/>
            <a:ea typeface="楷体_GB2312" pitchFamily="49" charset="-122"/>
          </a:endParaRPr>
        </a:p>
      </dgm:t>
    </dgm:pt>
    <dgm:pt modelId="{EA277F55-2CF4-4EE6-9A37-CC18B582E69A}" type="parTrans" cxnId="{96D73911-5C72-4BAC-970F-257F2E3842B0}">
      <dgm:prSet/>
      <dgm:spPr/>
      <dgm:t>
        <a:bodyPr/>
        <a:lstStyle/>
        <a:p>
          <a:endParaRPr lang="zh-CN" altLang="en-US"/>
        </a:p>
      </dgm:t>
    </dgm:pt>
    <dgm:pt modelId="{A2B1BAEA-49F4-4FE6-B21E-0ED58BC1524E}" type="sibTrans" cxnId="{96D73911-5C72-4BAC-970F-257F2E3842B0}">
      <dgm:prSet/>
      <dgm:spPr/>
      <dgm:t>
        <a:bodyPr/>
        <a:lstStyle/>
        <a:p>
          <a:endParaRPr lang="zh-CN" altLang="en-US"/>
        </a:p>
      </dgm:t>
    </dgm:pt>
    <dgm:pt modelId="{0954EA67-658C-4D35-946E-882261DB5F3E}">
      <dgm:prSet phldrT="[文本]"/>
      <dgm:spPr/>
      <dgm:t>
        <a:bodyPr/>
        <a:lstStyle/>
        <a:p>
          <a:r>
            <a:rPr lang="zh-CN" altLang="en-US" b="1" dirty="0" smtClean="0">
              <a:latin typeface="楷体_GB2312" pitchFamily="49" charset="-122"/>
              <a:ea typeface="楷体_GB2312" pitchFamily="49" charset="-122"/>
            </a:rPr>
            <a:t>每个行业找出行业有效因子，并构建行业多因子模型</a:t>
          </a:r>
          <a:endParaRPr lang="zh-CN" altLang="en-US" b="1" dirty="0">
            <a:latin typeface="楷体_GB2312" pitchFamily="49" charset="-122"/>
            <a:ea typeface="楷体_GB2312" pitchFamily="49" charset="-122"/>
          </a:endParaRPr>
        </a:p>
      </dgm:t>
    </dgm:pt>
    <dgm:pt modelId="{8DD5A2A5-E62D-49DE-B297-DBEF35DD21D4}" type="parTrans" cxnId="{BC9C36A2-932E-4955-AA1B-26A016296951}">
      <dgm:prSet/>
      <dgm:spPr/>
      <dgm:t>
        <a:bodyPr/>
        <a:lstStyle/>
        <a:p>
          <a:endParaRPr lang="zh-CN" altLang="en-US"/>
        </a:p>
      </dgm:t>
    </dgm:pt>
    <dgm:pt modelId="{6F4D8F27-0761-44C7-A201-77B38BCD3C72}" type="sibTrans" cxnId="{BC9C36A2-932E-4955-AA1B-26A016296951}">
      <dgm:prSet/>
      <dgm:spPr/>
      <dgm:t>
        <a:bodyPr/>
        <a:lstStyle/>
        <a:p>
          <a:endParaRPr lang="zh-CN" altLang="en-US"/>
        </a:p>
      </dgm:t>
    </dgm:pt>
    <dgm:pt modelId="{F0E4FC78-FE93-4281-A5C9-C0222618DD53}" type="pres">
      <dgm:prSet presAssocID="{F96F2FB1-D29C-49C3-9C40-8BA20EBDE06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4AB5931-3B3D-4C0F-8984-CB458F80F0D8}" type="pres">
      <dgm:prSet presAssocID="{2301117D-14D5-4EF4-BF62-D7C6818D8832}" presName="parentLin" presStyleCnt="0"/>
      <dgm:spPr/>
    </dgm:pt>
    <dgm:pt modelId="{3458C30B-007D-45EA-ABCD-E0FAF856451F}" type="pres">
      <dgm:prSet presAssocID="{2301117D-14D5-4EF4-BF62-D7C6818D8832}" presName="parentLeftMargin" presStyleLbl="node1" presStyleIdx="0" presStyleCnt="2"/>
      <dgm:spPr/>
      <dgm:t>
        <a:bodyPr/>
        <a:lstStyle/>
        <a:p>
          <a:endParaRPr lang="zh-CN" altLang="en-US"/>
        </a:p>
      </dgm:t>
    </dgm:pt>
    <dgm:pt modelId="{755051DD-91EA-4F71-ADFA-C70D444BFCA2}" type="pres">
      <dgm:prSet presAssocID="{2301117D-14D5-4EF4-BF62-D7C6818D8832}" presName="parentText" presStyleLbl="node1" presStyleIdx="0" presStyleCnt="2" custScaleX="55782" custScaleY="6274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078DD94-C9AE-4F22-9DA5-66BD259B50BE}" type="pres">
      <dgm:prSet presAssocID="{2301117D-14D5-4EF4-BF62-D7C6818D8832}" presName="negativeSpace" presStyleCnt="0"/>
      <dgm:spPr/>
    </dgm:pt>
    <dgm:pt modelId="{0EA275AB-6D37-4854-826D-A9373E5FCE3C}" type="pres">
      <dgm:prSet presAssocID="{2301117D-14D5-4EF4-BF62-D7C6818D8832}" presName="childText" presStyleLbl="conFgAcc1" presStyleIdx="0" presStyleCnt="2" custScaleY="8107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C19860C-04AB-4894-A329-E5D1FFCD9D64}" type="pres">
      <dgm:prSet presAssocID="{842AB5FE-4120-4647-BFF2-2D6FA65504D3}" presName="spaceBetweenRectangles" presStyleCnt="0"/>
      <dgm:spPr/>
    </dgm:pt>
    <dgm:pt modelId="{3D942EF3-B35D-40DB-A8AB-D0C9946F6B44}" type="pres">
      <dgm:prSet presAssocID="{7AC3B61C-EBDC-4650-BE59-366C3005494F}" presName="parentLin" presStyleCnt="0"/>
      <dgm:spPr/>
    </dgm:pt>
    <dgm:pt modelId="{8BB4796A-F7DC-4D9B-BF59-FDA8479026C9}" type="pres">
      <dgm:prSet presAssocID="{7AC3B61C-EBDC-4650-BE59-366C3005494F}" presName="parentLeftMargin" presStyleLbl="node1" presStyleIdx="0" presStyleCnt="2"/>
      <dgm:spPr/>
      <dgm:t>
        <a:bodyPr/>
        <a:lstStyle/>
        <a:p>
          <a:endParaRPr lang="zh-CN" altLang="en-US"/>
        </a:p>
      </dgm:t>
    </dgm:pt>
    <dgm:pt modelId="{34D867B4-0CCF-49FA-AC23-4BA962D83256}" type="pres">
      <dgm:prSet presAssocID="{7AC3B61C-EBDC-4650-BE59-366C3005494F}" presName="parentText" presStyleLbl="node1" presStyleIdx="1" presStyleCnt="2" custScaleX="53741" custScaleY="52498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71E5BBB-D73B-482F-B305-972D2DCCE1BC}" type="pres">
      <dgm:prSet presAssocID="{7AC3B61C-EBDC-4650-BE59-366C3005494F}" presName="negativeSpace" presStyleCnt="0"/>
      <dgm:spPr/>
    </dgm:pt>
    <dgm:pt modelId="{8D16B3C8-12E0-447D-845C-378BB668128E}" type="pres">
      <dgm:prSet presAssocID="{7AC3B61C-EBDC-4650-BE59-366C3005494F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9217836-46EF-4E2B-B443-1A7F10238D88}" type="presOf" srcId="{241FFEC6-D3CF-43B2-A3E6-9CC8EF88D548}" destId="{0EA275AB-6D37-4854-826D-A9373E5FCE3C}" srcOrd="0" destOrd="0" presId="urn:microsoft.com/office/officeart/2005/8/layout/list1"/>
    <dgm:cxn modelId="{9537833C-CE4B-454B-8D51-6BB052FD28E8}" type="presOf" srcId="{0954EA67-658C-4D35-946E-882261DB5F3E}" destId="{8D16B3C8-12E0-447D-845C-378BB668128E}" srcOrd="0" destOrd="1" presId="urn:microsoft.com/office/officeart/2005/8/layout/list1"/>
    <dgm:cxn modelId="{75402FF5-F2FA-42D2-A85C-148F29F795B9}" type="presOf" srcId="{6C89DFF3-46C1-4CC7-9DC8-1C6AE9FD2015}" destId="{8D16B3C8-12E0-447D-845C-378BB668128E}" srcOrd="0" destOrd="0" presId="urn:microsoft.com/office/officeart/2005/8/layout/list1"/>
    <dgm:cxn modelId="{450F7268-FAA4-4BD0-9184-562A482ED210}" type="presOf" srcId="{7AC3B61C-EBDC-4650-BE59-366C3005494F}" destId="{8BB4796A-F7DC-4D9B-BF59-FDA8479026C9}" srcOrd="0" destOrd="0" presId="urn:microsoft.com/office/officeart/2005/8/layout/list1"/>
    <dgm:cxn modelId="{69A7ED28-21BE-4F60-BE6A-5985AD38B675}" srcId="{2301117D-14D5-4EF4-BF62-D7C6818D8832}" destId="{6F1EE0DA-891B-49D6-899D-3779C817BC54}" srcOrd="1" destOrd="0" parTransId="{85C19F26-07A6-48AC-9B4B-180460B4BBB2}" sibTransId="{F73AF297-6B51-4802-88DB-E7014D7D2AB8}"/>
    <dgm:cxn modelId="{51575980-7071-44D2-A60F-B30A50E41593}" srcId="{2301117D-14D5-4EF4-BF62-D7C6818D8832}" destId="{241FFEC6-D3CF-43B2-A3E6-9CC8EF88D548}" srcOrd="0" destOrd="0" parTransId="{6DD89382-0A43-4FA6-B726-E3EDC7DC5FBA}" sibTransId="{5CC8EE61-5AD5-432E-933A-4DA002D7A21B}"/>
    <dgm:cxn modelId="{0FC1EC94-6474-4A45-BA51-BA0BCAABF4CA}" srcId="{F96F2FB1-D29C-49C3-9C40-8BA20EBDE06B}" destId="{7AC3B61C-EBDC-4650-BE59-366C3005494F}" srcOrd="1" destOrd="0" parTransId="{39E3CA87-AC72-4E44-B3CB-C5F458D89077}" sibTransId="{2F0F9CDE-DD0F-48DE-9AE6-CDE6806D6434}"/>
    <dgm:cxn modelId="{8C27FBB8-A8B8-4011-A1F3-160844546903}" type="presOf" srcId="{6F1EE0DA-891B-49D6-899D-3779C817BC54}" destId="{0EA275AB-6D37-4854-826D-A9373E5FCE3C}" srcOrd="0" destOrd="1" presId="urn:microsoft.com/office/officeart/2005/8/layout/list1"/>
    <dgm:cxn modelId="{96D73911-5C72-4BAC-970F-257F2E3842B0}" srcId="{7AC3B61C-EBDC-4650-BE59-366C3005494F}" destId="{6C89DFF3-46C1-4CC7-9DC8-1C6AE9FD2015}" srcOrd="0" destOrd="0" parTransId="{EA277F55-2CF4-4EE6-9A37-CC18B582E69A}" sibTransId="{A2B1BAEA-49F4-4FE6-B21E-0ED58BC1524E}"/>
    <dgm:cxn modelId="{3C874225-D583-467E-8D31-29035C64AD74}" type="presOf" srcId="{7AC3B61C-EBDC-4650-BE59-366C3005494F}" destId="{34D867B4-0CCF-49FA-AC23-4BA962D83256}" srcOrd="1" destOrd="0" presId="urn:microsoft.com/office/officeart/2005/8/layout/list1"/>
    <dgm:cxn modelId="{9C661BB7-5FAF-4040-9E52-87CAAD490590}" srcId="{F96F2FB1-D29C-49C3-9C40-8BA20EBDE06B}" destId="{2301117D-14D5-4EF4-BF62-D7C6818D8832}" srcOrd="0" destOrd="0" parTransId="{136073AC-C5D8-415C-B629-C267030A6388}" sibTransId="{842AB5FE-4120-4647-BFF2-2D6FA65504D3}"/>
    <dgm:cxn modelId="{EC58ABB5-EE74-4C98-A9DB-4FD991C34BB2}" type="presOf" srcId="{F96F2FB1-D29C-49C3-9C40-8BA20EBDE06B}" destId="{F0E4FC78-FE93-4281-A5C9-C0222618DD53}" srcOrd="0" destOrd="0" presId="urn:microsoft.com/office/officeart/2005/8/layout/list1"/>
    <dgm:cxn modelId="{BC9C36A2-932E-4955-AA1B-26A016296951}" srcId="{7AC3B61C-EBDC-4650-BE59-366C3005494F}" destId="{0954EA67-658C-4D35-946E-882261DB5F3E}" srcOrd="1" destOrd="0" parTransId="{8DD5A2A5-E62D-49DE-B297-DBEF35DD21D4}" sibTransId="{6F4D8F27-0761-44C7-A201-77B38BCD3C72}"/>
    <dgm:cxn modelId="{8421A88D-6281-4D9D-AC7D-E33742C02E92}" type="presOf" srcId="{2301117D-14D5-4EF4-BF62-D7C6818D8832}" destId="{3458C30B-007D-45EA-ABCD-E0FAF856451F}" srcOrd="0" destOrd="0" presId="urn:microsoft.com/office/officeart/2005/8/layout/list1"/>
    <dgm:cxn modelId="{01387B57-1974-469D-B411-91D74E4425A1}" type="presOf" srcId="{2301117D-14D5-4EF4-BF62-D7C6818D8832}" destId="{755051DD-91EA-4F71-ADFA-C70D444BFCA2}" srcOrd="1" destOrd="0" presId="urn:microsoft.com/office/officeart/2005/8/layout/list1"/>
    <dgm:cxn modelId="{DEE71E99-2A79-4DFC-96BA-EE25E787F85C}" type="presParOf" srcId="{F0E4FC78-FE93-4281-A5C9-C0222618DD53}" destId="{64AB5931-3B3D-4C0F-8984-CB458F80F0D8}" srcOrd="0" destOrd="0" presId="urn:microsoft.com/office/officeart/2005/8/layout/list1"/>
    <dgm:cxn modelId="{B43B4A84-B192-4514-B367-EC761970700F}" type="presParOf" srcId="{64AB5931-3B3D-4C0F-8984-CB458F80F0D8}" destId="{3458C30B-007D-45EA-ABCD-E0FAF856451F}" srcOrd="0" destOrd="0" presId="urn:microsoft.com/office/officeart/2005/8/layout/list1"/>
    <dgm:cxn modelId="{6CD34BEE-D4BE-471E-91E0-EB7E10096E51}" type="presParOf" srcId="{64AB5931-3B3D-4C0F-8984-CB458F80F0D8}" destId="{755051DD-91EA-4F71-ADFA-C70D444BFCA2}" srcOrd="1" destOrd="0" presId="urn:microsoft.com/office/officeart/2005/8/layout/list1"/>
    <dgm:cxn modelId="{6B1DF1FC-7C28-443D-AD5B-D79E43DD29BE}" type="presParOf" srcId="{F0E4FC78-FE93-4281-A5C9-C0222618DD53}" destId="{A078DD94-C9AE-4F22-9DA5-66BD259B50BE}" srcOrd="1" destOrd="0" presId="urn:microsoft.com/office/officeart/2005/8/layout/list1"/>
    <dgm:cxn modelId="{216E4DDB-D87C-49E3-BBE1-9957C9717993}" type="presParOf" srcId="{F0E4FC78-FE93-4281-A5C9-C0222618DD53}" destId="{0EA275AB-6D37-4854-826D-A9373E5FCE3C}" srcOrd="2" destOrd="0" presId="urn:microsoft.com/office/officeart/2005/8/layout/list1"/>
    <dgm:cxn modelId="{9A3FAD68-054D-44CA-817F-2BBDFD32305B}" type="presParOf" srcId="{F0E4FC78-FE93-4281-A5C9-C0222618DD53}" destId="{8C19860C-04AB-4894-A329-E5D1FFCD9D64}" srcOrd="3" destOrd="0" presId="urn:microsoft.com/office/officeart/2005/8/layout/list1"/>
    <dgm:cxn modelId="{E3D3B798-A60A-454D-B22C-D51B458A1E3D}" type="presParOf" srcId="{F0E4FC78-FE93-4281-A5C9-C0222618DD53}" destId="{3D942EF3-B35D-40DB-A8AB-D0C9946F6B44}" srcOrd="4" destOrd="0" presId="urn:microsoft.com/office/officeart/2005/8/layout/list1"/>
    <dgm:cxn modelId="{69AB79F6-03CF-41FA-9795-CAB656B6BBBE}" type="presParOf" srcId="{3D942EF3-B35D-40DB-A8AB-D0C9946F6B44}" destId="{8BB4796A-F7DC-4D9B-BF59-FDA8479026C9}" srcOrd="0" destOrd="0" presId="urn:microsoft.com/office/officeart/2005/8/layout/list1"/>
    <dgm:cxn modelId="{5F5747B3-DD2C-41EA-81E8-E973F5A5EE21}" type="presParOf" srcId="{3D942EF3-B35D-40DB-A8AB-D0C9946F6B44}" destId="{34D867B4-0CCF-49FA-AC23-4BA962D83256}" srcOrd="1" destOrd="0" presId="urn:microsoft.com/office/officeart/2005/8/layout/list1"/>
    <dgm:cxn modelId="{9CB98FB9-0B66-497B-A2E8-2EEA2C200F6E}" type="presParOf" srcId="{F0E4FC78-FE93-4281-A5C9-C0222618DD53}" destId="{071E5BBB-D73B-482F-B305-972D2DCCE1BC}" srcOrd="5" destOrd="0" presId="urn:microsoft.com/office/officeart/2005/8/layout/list1"/>
    <dgm:cxn modelId="{8F52E176-0374-46EE-BD9B-C99700C15EF0}" type="presParOf" srcId="{F0E4FC78-FE93-4281-A5C9-C0222618DD53}" destId="{8D16B3C8-12E0-447D-845C-378BB668128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A5A2B4-AB27-4F7A-B4B0-4968600CF213}" type="doc">
      <dgm:prSet loTypeId="urn:microsoft.com/office/officeart/2005/8/layout/funnel1" loCatId="relationship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9F4F42C7-EDC8-4CC1-972D-C344B5125EB6}">
      <dgm:prSet phldrT="[文本]"/>
      <dgm:spPr/>
      <dgm:t>
        <a:bodyPr/>
        <a:lstStyle/>
        <a:p>
          <a:r>
            <a:rPr lang="zh-CN" altLang="en-US" dirty="0" smtClean="0"/>
            <a:t>成长</a:t>
          </a:r>
          <a:endParaRPr lang="zh-CN" altLang="en-US" dirty="0"/>
        </a:p>
      </dgm:t>
    </dgm:pt>
    <dgm:pt modelId="{B1B60329-B091-4E5D-83FE-B1A2241F1177}" type="parTrans" cxnId="{1EFB00DB-20DE-44DC-A180-EB73733335A5}">
      <dgm:prSet/>
      <dgm:spPr/>
      <dgm:t>
        <a:bodyPr/>
        <a:lstStyle/>
        <a:p>
          <a:endParaRPr lang="zh-CN" altLang="en-US"/>
        </a:p>
      </dgm:t>
    </dgm:pt>
    <dgm:pt modelId="{19AFB85F-4FC8-4697-924E-CDDEA9246186}" type="sibTrans" cxnId="{1EFB00DB-20DE-44DC-A180-EB73733335A5}">
      <dgm:prSet/>
      <dgm:spPr/>
      <dgm:t>
        <a:bodyPr/>
        <a:lstStyle/>
        <a:p>
          <a:endParaRPr lang="zh-CN" altLang="en-US"/>
        </a:p>
      </dgm:t>
    </dgm:pt>
    <dgm:pt modelId="{8F00B401-4381-44C9-ADA1-BA0FF467877F}">
      <dgm:prSet phldrT="[文本]"/>
      <dgm:spPr/>
      <dgm:t>
        <a:bodyPr/>
        <a:lstStyle/>
        <a:p>
          <a:r>
            <a:rPr lang="zh-CN" altLang="en-US" dirty="0" smtClean="0"/>
            <a:t>盈利</a:t>
          </a:r>
          <a:endParaRPr lang="zh-CN" altLang="en-US" dirty="0"/>
        </a:p>
      </dgm:t>
    </dgm:pt>
    <dgm:pt modelId="{C850A2A0-30D6-45F9-A002-0986D0AE5AC5}" type="sibTrans" cxnId="{9C738C7F-8D3E-4A80-8FC5-47CCA4FD0459}">
      <dgm:prSet/>
      <dgm:spPr/>
      <dgm:t>
        <a:bodyPr/>
        <a:lstStyle/>
        <a:p>
          <a:endParaRPr lang="zh-CN" altLang="en-US"/>
        </a:p>
      </dgm:t>
    </dgm:pt>
    <dgm:pt modelId="{EC3CC8AC-6E5E-45C9-99E9-36EE9E01D198}" type="parTrans" cxnId="{9C738C7F-8D3E-4A80-8FC5-47CCA4FD0459}">
      <dgm:prSet/>
      <dgm:spPr/>
      <dgm:t>
        <a:bodyPr/>
        <a:lstStyle/>
        <a:p>
          <a:endParaRPr lang="zh-CN" altLang="en-US"/>
        </a:p>
      </dgm:t>
    </dgm:pt>
    <dgm:pt modelId="{10FD0BF8-04BF-4128-9D2F-C0646F1E6B25}">
      <dgm:prSet phldrT="[文本]"/>
      <dgm:spPr/>
      <dgm:t>
        <a:bodyPr/>
        <a:lstStyle/>
        <a:p>
          <a:r>
            <a:rPr lang="zh-CN" altLang="en-US" dirty="0" smtClean="0"/>
            <a:t>估值</a:t>
          </a:r>
          <a:endParaRPr lang="zh-CN" altLang="en-US" dirty="0"/>
        </a:p>
      </dgm:t>
    </dgm:pt>
    <dgm:pt modelId="{79943F31-540F-4EE7-AF2E-D2BE0CAA9B6B}" type="sibTrans" cxnId="{87F6FF92-DAFF-4420-990A-9230FCBBCC80}">
      <dgm:prSet/>
      <dgm:spPr/>
      <dgm:t>
        <a:bodyPr/>
        <a:lstStyle/>
        <a:p>
          <a:endParaRPr lang="zh-CN" altLang="en-US"/>
        </a:p>
      </dgm:t>
    </dgm:pt>
    <dgm:pt modelId="{A55C3808-1F76-4611-B0B9-46058032B8F6}" type="parTrans" cxnId="{87F6FF92-DAFF-4420-990A-9230FCBBCC80}">
      <dgm:prSet/>
      <dgm:spPr/>
      <dgm:t>
        <a:bodyPr/>
        <a:lstStyle/>
        <a:p>
          <a:endParaRPr lang="zh-CN" altLang="en-US"/>
        </a:p>
      </dgm:t>
    </dgm:pt>
    <dgm:pt modelId="{95AB5036-535F-4723-8783-00D94095C3A3}">
      <dgm:prSet phldrT="[文本]" custScaleX="70650" custScaleY="64374" custLinFactNeighborX="41574" custLinFactNeighborY="11630"/>
      <dgm:spPr/>
      <dgm:t>
        <a:bodyPr/>
        <a:lstStyle/>
        <a:p>
          <a:endParaRPr lang="zh-CN" altLang="en-US" dirty="0"/>
        </a:p>
      </dgm:t>
    </dgm:pt>
    <dgm:pt modelId="{A6E07965-12A5-48C2-A6D8-6E562BC0D1E5}" type="sibTrans" cxnId="{E04E5F6B-87F6-499C-95AB-A1600473640D}">
      <dgm:prSet/>
      <dgm:spPr/>
      <dgm:t>
        <a:bodyPr/>
        <a:lstStyle/>
        <a:p>
          <a:endParaRPr lang="zh-CN" altLang="en-US"/>
        </a:p>
      </dgm:t>
    </dgm:pt>
    <dgm:pt modelId="{CCAEA720-39EA-4817-A315-AD6DF797FF79}" type="parTrans" cxnId="{E04E5F6B-87F6-499C-95AB-A1600473640D}">
      <dgm:prSet/>
      <dgm:spPr/>
      <dgm:t>
        <a:bodyPr/>
        <a:lstStyle/>
        <a:p>
          <a:endParaRPr lang="zh-CN" altLang="en-US"/>
        </a:p>
      </dgm:t>
    </dgm:pt>
    <dgm:pt modelId="{9C5A00B0-A465-491B-A6D7-79203BB2D7A8}">
      <dgm:prSet phldrT="[文本]" custScaleX="73823" custScaleY="65396"/>
      <dgm:spPr/>
      <dgm:t>
        <a:bodyPr/>
        <a:lstStyle/>
        <a:p>
          <a:endParaRPr lang="zh-CN" altLang="en-US" dirty="0"/>
        </a:p>
      </dgm:t>
    </dgm:pt>
    <dgm:pt modelId="{B1764999-5477-4294-848D-76DEF36C6433}" type="sibTrans" cxnId="{6C9C58C8-32BA-4076-A1C8-9EF665333243}">
      <dgm:prSet/>
      <dgm:spPr/>
      <dgm:t>
        <a:bodyPr/>
        <a:lstStyle/>
        <a:p>
          <a:endParaRPr lang="zh-CN" altLang="en-US"/>
        </a:p>
      </dgm:t>
    </dgm:pt>
    <dgm:pt modelId="{FA8AB112-19A9-41C7-B25C-2042EA2DD283}" type="parTrans" cxnId="{6C9C58C8-32BA-4076-A1C8-9EF665333243}">
      <dgm:prSet/>
      <dgm:spPr/>
      <dgm:t>
        <a:bodyPr/>
        <a:lstStyle/>
        <a:p>
          <a:endParaRPr lang="zh-CN" altLang="en-US"/>
        </a:p>
      </dgm:t>
    </dgm:pt>
    <dgm:pt modelId="{DFFD5209-FD20-42AD-8634-0E2A162A539B}">
      <dgm:prSet phldrT="[文本]" phldr="1" custLinFactNeighborX="-46837" custLinFactNeighborY="-11198"/>
      <dgm:spPr/>
      <dgm:t>
        <a:bodyPr/>
        <a:lstStyle/>
        <a:p>
          <a:endParaRPr lang="zh-CN" altLang="en-US" dirty="0"/>
        </a:p>
      </dgm:t>
    </dgm:pt>
    <dgm:pt modelId="{595BE6E0-223D-4581-9DEC-C70466FB69CA}" type="sibTrans" cxnId="{C5F57EB7-CA9B-4697-A0D4-EEA83E0A5647}">
      <dgm:prSet/>
      <dgm:spPr/>
      <dgm:t>
        <a:bodyPr/>
        <a:lstStyle/>
        <a:p>
          <a:endParaRPr lang="zh-CN" altLang="en-US"/>
        </a:p>
      </dgm:t>
    </dgm:pt>
    <dgm:pt modelId="{7CB981F7-6D1F-43E0-9173-AF0757C180E5}" type="parTrans" cxnId="{C5F57EB7-CA9B-4697-A0D4-EEA83E0A5647}">
      <dgm:prSet/>
      <dgm:spPr/>
      <dgm:t>
        <a:bodyPr/>
        <a:lstStyle/>
        <a:p>
          <a:endParaRPr lang="zh-CN" altLang="en-US"/>
        </a:p>
      </dgm:t>
    </dgm:pt>
    <dgm:pt modelId="{F3198011-1610-40E3-9474-D4666EBC4031}">
      <dgm:prSet phldrT="[文本]" phldr="1"/>
      <dgm:spPr/>
      <dgm:t>
        <a:bodyPr/>
        <a:lstStyle/>
        <a:p>
          <a:endParaRPr lang="zh-CN" altLang="en-US" dirty="0"/>
        </a:p>
      </dgm:t>
    </dgm:pt>
    <dgm:pt modelId="{866DB97E-CF90-414C-AAB0-F199069D9C63}" type="sibTrans" cxnId="{A14EB44E-9693-48EC-8DFE-75EA51BC42BF}">
      <dgm:prSet/>
      <dgm:spPr/>
      <dgm:t>
        <a:bodyPr/>
        <a:lstStyle/>
        <a:p>
          <a:endParaRPr lang="zh-CN" altLang="en-US"/>
        </a:p>
      </dgm:t>
    </dgm:pt>
    <dgm:pt modelId="{23255917-46EE-4EB8-85DF-3CAA3A6ABEF5}" type="parTrans" cxnId="{A14EB44E-9693-48EC-8DFE-75EA51BC42BF}">
      <dgm:prSet/>
      <dgm:spPr/>
      <dgm:t>
        <a:bodyPr/>
        <a:lstStyle/>
        <a:p>
          <a:endParaRPr lang="zh-CN" altLang="en-US"/>
        </a:p>
      </dgm:t>
    </dgm:pt>
    <dgm:pt modelId="{D6562EDE-DBA5-4925-AF5C-303AB2CF02BE}">
      <dgm:prSet phldrT="[文本]" phldr="1"/>
      <dgm:spPr/>
      <dgm:t>
        <a:bodyPr/>
        <a:lstStyle/>
        <a:p>
          <a:endParaRPr lang="zh-CN" altLang="en-US" dirty="0"/>
        </a:p>
      </dgm:t>
    </dgm:pt>
    <dgm:pt modelId="{CE110CE0-CD85-4C6B-810E-1C64BEEAD43E}" type="sibTrans" cxnId="{D7B7DF75-AA0B-4D11-B522-1C21290EA769}">
      <dgm:prSet/>
      <dgm:spPr/>
      <dgm:t>
        <a:bodyPr/>
        <a:lstStyle/>
        <a:p>
          <a:endParaRPr lang="zh-CN" altLang="en-US"/>
        </a:p>
      </dgm:t>
    </dgm:pt>
    <dgm:pt modelId="{AF02E4CD-A277-4D5F-B5C9-0D4F6D29C359}" type="parTrans" cxnId="{D7B7DF75-AA0B-4D11-B522-1C21290EA769}">
      <dgm:prSet/>
      <dgm:spPr/>
      <dgm:t>
        <a:bodyPr/>
        <a:lstStyle/>
        <a:p>
          <a:endParaRPr lang="zh-CN" altLang="en-US"/>
        </a:p>
      </dgm:t>
    </dgm:pt>
    <dgm:pt modelId="{274DD546-20A9-4D0E-88AD-7F9C65F7300E}">
      <dgm:prSet phldrT="[文本]" phldr="1"/>
      <dgm:spPr/>
      <dgm:t>
        <a:bodyPr/>
        <a:lstStyle/>
        <a:p>
          <a:endParaRPr lang="zh-CN" altLang="en-US" dirty="0"/>
        </a:p>
      </dgm:t>
    </dgm:pt>
    <dgm:pt modelId="{33FE4EEB-71DC-41D5-AD2D-2AA7B65FCCCE}" type="sibTrans" cxnId="{9D6A443D-175B-4C49-A82B-AF4F8457B0DA}">
      <dgm:prSet/>
      <dgm:spPr/>
      <dgm:t>
        <a:bodyPr/>
        <a:lstStyle/>
        <a:p>
          <a:endParaRPr lang="zh-CN" altLang="en-US"/>
        </a:p>
      </dgm:t>
    </dgm:pt>
    <dgm:pt modelId="{FEB0012F-BF65-49A5-B3AE-797D2F8DB5BF}" type="parTrans" cxnId="{9D6A443D-175B-4C49-A82B-AF4F8457B0DA}">
      <dgm:prSet/>
      <dgm:spPr/>
      <dgm:t>
        <a:bodyPr/>
        <a:lstStyle/>
        <a:p>
          <a:endParaRPr lang="zh-CN" altLang="en-US"/>
        </a:p>
      </dgm:t>
    </dgm:pt>
    <dgm:pt modelId="{5F0BA170-C294-4CC4-A41E-AC6C8A2CAF35}">
      <dgm:prSet phldrT="[文本]" phldr="1"/>
      <dgm:spPr/>
      <dgm:t>
        <a:bodyPr/>
        <a:lstStyle/>
        <a:p>
          <a:endParaRPr lang="zh-CN" altLang="en-US" dirty="0"/>
        </a:p>
      </dgm:t>
    </dgm:pt>
    <dgm:pt modelId="{7FDE7642-17FE-48C6-94F0-BA90BD608984}" type="sibTrans" cxnId="{35D0837F-DEEE-4348-9C88-EA96A54E932C}">
      <dgm:prSet/>
      <dgm:spPr/>
      <dgm:t>
        <a:bodyPr/>
        <a:lstStyle/>
        <a:p>
          <a:endParaRPr lang="zh-CN" altLang="en-US"/>
        </a:p>
      </dgm:t>
    </dgm:pt>
    <dgm:pt modelId="{7D7ACF59-0DCD-4A82-AF1B-7622B1887885}" type="parTrans" cxnId="{35D0837F-DEEE-4348-9C88-EA96A54E932C}">
      <dgm:prSet/>
      <dgm:spPr/>
      <dgm:t>
        <a:bodyPr/>
        <a:lstStyle/>
        <a:p>
          <a:endParaRPr lang="zh-CN" altLang="en-US"/>
        </a:p>
      </dgm:t>
    </dgm:pt>
    <dgm:pt modelId="{77CDE3EE-82AF-4780-A237-36191804A51C}" type="pres">
      <dgm:prSet presAssocID="{B6A5A2B4-AB27-4F7A-B4B0-4968600CF213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AA942F1-7343-464F-98D4-79E45A8F1B17}" type="pres">
      <dgm:prSet presAssocID="{B6A5A2B4-AB27-4F7A-B4B0-4968600CF213}" presName="ellipse" presStyleLbl="trBgShp" presStyleIdx="0" presStyleCnt="1" custLinFactNeighborX="-2296" custLinFactNeighborY="2451"/>
      <dgm:spPr/>
    </dgm:pt>
    <dgm:pt modelId="{C705978F-E952-4988-BB9D-2E89E04765B2}" type="pres">
      <dgm:prSet presAssocID="{B6A5A2B4-AB27-4F7A-B4B0-4968600CF213}" presName="arrow1" presStyleLbl="fgShp" presStyleIdx="0" presStyleCnt="1" custLinFactNeighborX="-11298" custLinFactNeighborY="-22688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E1B8F624-3FF1-43E0-8EC6-6EE4FA49DBDF}" type="pres">
      <dgm:prSet presAssocID="{B6A5A2B4-AB27-4F7A-B4B0-4968600CF213}" presName="rectangle" presStyleLbl="revTx" presStyleIdx="0" presStyleCnt="1" custLinFactX="-100000" custLinFactNeighborX="-122962" custLinFactNeighborY="-2047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1BA697-661E-4A3E-BF58-7C84672936FC}" type="pres">
      <dgm:prSet presAssocID="{8F00B401-4381-44C9-ADA1-BA0FF467877F}" presName="item1" presStyleLbl="node1" presStyleIdx="0" presStyleCnt="3" custScaleX="65108" custScaleY="65108" custLinFactNeighborX="-46837" custLinFactNeighborY="-1119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021194E-7E30-4DF0-B796-A76D27698675}" type="pres">
      <dgm:prSet presAssocID="{10FD0BF8-04BF-4128-9D2F-C0646F1E6B25}" presName="item2" presStyleLbl="node1" presStyleIdx="1" presStyleCnt="3" custScaleX="73823" custScaleY="6539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6421751-2713-4641-85AB-112C89617C38}" type="pres">
      <dgm:prSet presAssocID="{5F0BA170-C294-4CC4-A41E-AC6C8A2CAF35}" presName="item3" presStyleLbl="node1" presStyleIdx="2" presStyleCnt="3" custScaleX="70650" custScaleY="64374" custLinFactNeighborX="41574" custLinFactNeighborY="1163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731DA07-5838-478A-A514-897B15E45D0D}" type="pres">
      <dgm:prSet presAssocID="{B6A5A2B4-AB27-4F7A-B4B0-4968600CF213}" presName="funnel" presStyleLbl="trAlignAcc1" presStyleIdx="0" presStyleCnt="1" custLinFactNeighborX="-2069" custLinFactNeighborY="463"/>
      <dgm:spPr/>
    </dgm:pt>
  </dgm:ptLst>
  <dgm:cxnLst>
    <dgm:cxn modelId="{6C9C58C8-32BA-4076-A1C8-9EF665333243}" srcId="{B6A5A2B4-AB27-4F7A-B4B0-4968600CF213}" destId="{9C5A00B0-A465-491B-A6D7-79203BB2D7A8}" srcOrd="8" destOrd="0" parTransId="{FA8AB112-19A9-41C7-B25C-2042EA2DD283}" sibTransId="{B1764999-5477-4294-848D-76DEF36C6433}"/>
    <dgm:cxn modelId="{D7B7DF75-AA0B-4D11-B522-1C21290EA769}" srcId="{B6A5A2B4-AB27-4F7A-B4B0-4968600CF213}" destId="{D6562EDE-DBA5-4925-AF5C-303AB2CF02BE}" srcOrd="4" destOrd="0" parTransId="{AF02E4CD-A277-4D5F-B5C9-0D4F6D29C359}" sibTransId="{CE110CE0-CD85-4C6B-810E-1C64BEEAD43E}"/>
    <dgm:cxn modelId="{35D0837F-DEEE-4348-9C88-EA96A54E932C}" srcId="{B6A5A2B4-AB27-4F7A-B4B0-4968600CF213}" destId="{5F0BA170-C294-4CC4-A41E-AC6C8A2CAF35}" srcOrd="3" destOrd="0" parTransId="{7D7ACF59-0DCD-4A82-AF1B-7622B1887885}" sibTransId="{7FDE7642-17FE-48C6-94F0-BA90BD608984}"/>
    <dgm:cxn modelId="{FFA28953-419C-4D0A-9CEB-BAB1BCC658F8}" type="presOf" srcId="{10FD0BF8-04BF-4128-9D2F-C0646F1E6B25}" destId="{2A1BA697-661E-4A3E-BF58-7C84672936FC}" srcOrd="0" destOrd="0" presId="urn:microsoft.com/office/officeart/2005/8/layout/funnel1"/>
    <dgm:cxn modelId="{9D6A443D-175B-4C49-A82B-AF4F8457B0DA}" srcId="{B6A5A2B4-AB27-4F7A-B4B0-4968600CF213}" destId="{274DD546-20A9-4D0E-88AD-7F9C65F7300E}" srcOrd="5" destOrd="0" parTransId="{FEB0012F-BF65-49A5-B3AE-797D2F8DB5BF}" sibTransId="{33FE4EEB-71DC-41D5-AD2D-2AA7B65FCCCE}"/>
    <dgm:cxn modelId="{87F6FF92-DAFF-4420-990A-9230FCBBCC80}" srcId="{B6A5A2B4-AB27-4F7A-B4B0-4968600CF213}" destId="{10FD0BF8-04BF-4128-9D2F-C0646F1E6B25}" srcOrd="2" destOrd="0" parTransId="{A55C3808-1F76-4611-B0B9-46058032B8F6}" sibTransId="{79943F31-540F-4EE7-AF2E-D2BE0CAA9B6B}"/>
    <dgm:cxn modelId="{A14EB44E-9693-48EC-8DFE-75EA51BC42BF}" srcId="{B6A5A2B4-AB27-4F7A-B4B0-4968600CF213}" destId="{F3198011-1610-40E3-9474-D4666EBC4031}" srcOrd="6" destOrd="0" parTransId="{23255917-46EE-4EB8-85DF-3CAA3A6ABEF5}" sibTransId="{866DB97E-CF90-414C-AAB0-F199069D9C63}"/>
    <dgm:cxn modelId="{C5F57EB7-CA9B-4697-A0D4-EEA83E0A5647}" srcId="{B6A5A2B4-AB27-4F7A-B4B0-4968600CF213}" destId="{DFFD5209-FD20-42AD-8634-0E2A162A539B}" srcOrd="7" destOrd="0" parTransId="{7CB981F7-6D1F-43E0-9173-AF0757C180E5}" sibTransId="{595BE6E0-223D-4581-9DEC-C70466FB69CA}"/>
    <dgm:cxn modelId="{E04E5F6B-87F6-499C-95AB-A1600473640D}" srcId="{B6A5A2B4-AB27-4F7A-B4B0-4968600CF213}" destId="{95AB5036-535F-4723-8783-00D94095C3A3}" srcOrd="9" destOrd="0" parTransId="{CCAEA720-39EA-4817-A315-AD6DF797FF79}" sibTransId="{A6E07965-12A5-48C2-A6D8-6E562BC0D1E5}"/>
    <dgm:cxn modelId="{BBC35907-8EC7-4AF7-9065-87FB839040DD}" type="presOf" srcId="{5F0BA170-C294-4CC4-A41E-AC6C8A2CAF35}" destId="{E1B8F624-3FF1-43E0-8EC6-6EE4FA49DBDF}" srcOrd="0" destOrd="0" presId="urn:microsoft.com/office/officeart/2005/8/layout/funnel1"/>
    <dgm:cxn modelId="{45555452-E373-480F-ABFF-E06392669F44}" type="presOf" srcId="{9F4F42C7-EDC8-4CC1-972D-C344B5125EB6}" destId="{D6421751-2713-4641-85AB-112C89617C38}" srcOrd="0" destOrd="0" presId="urn:microsoft.com/office/officeart/2005/8/layout/funnel1"/>
    <dgm:cxn modelId="{4005501F-50D7-4D13-8F5A-21096C345D70}" type="presOf" srcId="{B6A5A2B4-AB27-4F7A-B4B0-4968600CF213}" destId="{77CDE3EE-82AF-4780-A237-36191804A51C}" srcOrd="0" destOrd="0" presId="urn:microsoft.com/office/officeart/2005/8/layout/funnel1"/>
    <dgm:cxn modelId="{9C738C7F-8D3E-4A80-8FC5-47CCA4FD0459}" srcId="{B6A5A2B4-AB27-4F7A-B4B0-4968600CF213}" destId="{8F00B401-4381-44C9-ADA1-BA0FF467877F}" srcOrd="1" destOrd="0" parTransId="{EC3CC8AC-6E5E-45C9-99E9-36EE9E01D198}" sibTransId="{C850A2A0-30D6-45F9-A002-0986D0AE5AC5}"/>
    <dgm:cxn modelId="{F1C79B43-E7D8-456A-8543-DF095457581A}" type="presOf" srcId="{8F00B401-4381-44C9-ADA1-BA0FF467877F}" destId="{C021194E-7E30-4DF0-B796-A76D27698675}" srcOrd="0" destOrd="0" presId="urn:microsoft.com/office/officeart/2005/8/layout/funnel1"/>
    <dgm:cxn modelId="{1EFB00DB-20DE-44DC-A180-EB73733335A5}" srcId="{B6A5A2B4-AB27-4F7A-B4B0-4968600CF213}" destId="{9F4F42C7-EDC8-4CC1-972D-C344B5125EB6}" srcOrd="0" destOrd="0" parTransId="{B1B60329-B091-4E5D-83FE-B1A2241F1177}" sibTransId="{19AFB85F-4FC8-4697-924E-CDDEA9246186}"/>
    <dgm:cxn modelId="{BEF3C763-4570-42FA-8618-A86D94F21CD0}" type="presParOf" srcId="{77CDE3EE-82AF-4780-A237-36191804A51C}" destId="{AAA942F1-7343-464F-98D4-79E45A8F1B17}" srcOrd="0" destOrd="0" presId="urn:microsoft.com/office/officeart/2005/8/layout/funnel1"/>
    <dgm:cxn modelId="{3317D002-1B57-4A2E-BD7B-77394CBE84CB}" type="presParOf" srcId="{77CDE3EE-82AF-4780-A237-36191804A51C}" destId="{C705978F-E952-4988-BB9D-2E89E04765B2}" srcOrd="1" destOrd="0" presId="urn:microsoft.com/office/officeart/2005/8/layout/funnel1"/>
    <dgm:cxn modelId="{143037F2-B368-4749-8F7A-92516883BB41}" type="presParOf" srcId="{77CDE3EE-82AF-4780-A237-36191804A51C}" destId="{E1B8F624-3FF1-43E0-8EC6-6EE4FA49DBDF}" srcOrd="2" destOrd="0" presId="urn:microsoft.com/office/officeart/2005/8/layout/funnel1"/>
    <dgm:cxn modelId="{6A6BC604-E377-4274-8777-504451DA0E15}" type="presParOf" srcId="{77CDE3EE-82AF-4780-A237-36191804A51C}" destId="{2A1BA697-661E-4A3E-BF58-7C84672936FC}" srcOrd="3" destOrd="0" presId="urn:microsoft.com/office/officeart/2005/8/layout/funnel1"/>
    <dgm:cxn modelId="{0E9258D8-3E99-4060-9AC7-83C629A72186}" type="presParOf" srcId="{77CDE3EE-82AF-4780-A237-36191804A51C}" destId="{C021194E-7E30-4DF0-B796-A76D27698675}" srcOrd="4" destOrd="0" presId="urn:microsoft.com/office/officeart/2005/8/layout/funnel1"/>
    <dgm:cxn modelId="{E3799447-77AC-45FF-9E8A-DDFD286FD1FD}" type="presParOf" srcId="{77CDE3EE-82AF-4780-A237-36191804A51C}" destId="{D6421751-2713-4641-85AB-112C89617C38}" srcOrd="5" destOrd="0" presId="urn:microsoft.com/office/officeart/2005/8/layout/funnel1"/>
    <dgm:cxn modelId="{95DF738A-8B00-4E59-97C8-85F424BDFFD3}" type="presParOf" srcId="{77CDE3EE-82AF-4780-A237-36191804A51C}" destId="{8731DA07-5838-478A-A514-897B15E45D0D}" srcOrd="6" destOrd="0" presId="urn:microsoft.com/office/officeart/2005/8/layout/funnel1"/>
  </dgm:cxnLst>
  <dgm:bg>
    <a:noFill/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683186-FDFA-4BE4-829F-369EE4FE74CA}" type="doc">
      <dgm:prSet loTypeId="urn:microsoft.com/office/officeart/2005/8/layout/cycle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2F3491C-58E5-4EC9-B48D-CACC0605D354}">
      <dgm:prSet phldrT="[文本]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zh-CN" altLang="en-US" dirty="0" smtClean="0">
              <a:solidFill>
                <a:schemeClr val="bg1"/>
              </a:solidFill>
            </a:rPr>
            <a:t>农林牧渔</a:t>
          </a:r>
          <a:endParaRPr lang="zh-CN" altLang="en-US" dirty="0">
            <a:solidFill>
              <a:schemeClr val="bg1"/>
            </a:solidFill>
          </a:endParaRPr>
        </a:p>
      </dgm:t>
    </dgm:pt>
    <dgm:pt modelId="{B66A7F30-59B8-4BEF-9A68-88B2112D68D1}" type="parTrans" cxnId="{EE70FD32-91B0-4940-8313-CB5DA336B105}">
      <dgm:prSet/>
      <dgm:spPr/>
      <dgm:t>
        <a:bodyPr/>
        <a:lstStyle/>
        <a:p>
          <a:endParaRPr lang="zh-CN" altLang="en-US"/>
        </a:p>
      </dgm:t>
    </dgm:pt>
    <dgm:pt modelId="{C837122E-A08A-4779-91B5-53FB018335B5}" type="sibTrans" cxnId="{EE70FD32-91B0-4940-8313-CB5DA336B105}">
      <dgm:prSet/>
      <dgm:spPr/>
      <dgm:t>
        <a:bodyPr/>
        <a:lstStyle/>
        <a:p>
          <a:endParaRPr lang="zh-CN" altLang="en-US"/>
        </a:p>
      </dgm:t>
    </dgm:pt>
    <dgm:pt modelId="{E4A83136-981E-48FC-B66A-05A8A121149C}">
      <dgm:prSet phldrT="[文本]" custT="1"/>
      <dgm:spPr>
        <a:solidFill>
          <a:schemeClr val="bg1">
            <a:lumMod val="85000"/>
            <a:alpha val="90000"/>
          </a:schemeClr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zh-CN" altLang="en-US" sz="2400" dirty="0"/>
        </a:p>
      </dgm:t>
    </dgm:pt>
    <dgm:pt modelId="{DEDB045C-7ECD-4423-A9A2-A4F10813171B}" type="parTrans" cxnId="{934D8E58-C4FC-4D51-8B9B-B91CEDFD55D7}">
      <dgm:prSet/>
      <dgm:spPr/>
      <dgm:t>
        <a:bodyPr/>
        <a:lstStyle/>
        <a:p>
          <a:endParaRPr lang="zh-CN" altLang="en-US"/>
        </a:p>
      </dgm:t>
    </dgm:pt>
    <dgm:pt modelId="{42ECE8E7-337F-420C-84ED-0A7BD90B4D8B}" type="sibTrans" cxnId="{934D8E58-C4FC-4D51-8B9B-B91CEDFD55D7}">
      <dgm:prSet/>
      <dgm:spPr/>
      <dgm:t>
        <a:bodyPr/>
        <a:lstStyle/>
        <a:p>
          <a:endParaRPr lang="zh-CN" altLang="en-US"/>
        </a:p>
      </dgm:t>
    </dgm:pt>
    <dgm:pt modelId="{226FF254-769E-4B09-966F-6C746CBAA655}">
      <dgm:prSet phldrT="[文本]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zh-CN" altLang="en-US" dirty="0" smtClean="0">
              <a:solidFill>
                <a:schemeClr val="bg1"/>
              </a:solidFill>
            </a:rPr>
            <a:t>建筑建材</a:t>
          </a:r>
          <a:endParaRPr lang="zh-CN" altLang="en-US" dirty="0">
            <a:solidFill>
              <a:schemeClr val="bg1"/>
            </a:solidFill>
          </a:endParaRPr>
        </a:p>
      </dgm:t>
    </dgm:pt>
    <dgm:pt modelId="{237A01DE-A6E1-4797-90D6-7A762FBC3E78}" type="parTrans" cxnId="{0564A4B2-8144-46BB-B47B-E530F304A884}">
      <dgm:prSet/>
      <dgm:spPr/>
      <dgm:t>
        <a:bodyPr/>
        <a:lstStyle/>
        <a:p>
          <a:endParaRPr lang="zh-CN" altLang="en-US"/>
        </a:p>
      </dgm:t>
    </dgm:pt>
    <dgm:pt modelId="{CDFC344D-BFA2-4BA2-A227-7EC539A65E83}" type="sibTrans" cxnId="{0564A4B2-8144-46BB-B47B-E530F304A884}">
      <dgm:prSet/>
      <dgm:spPr/>
      <dgm:t>
        <a:bodyPr/>
        <a:lstStyle/>
        <a:p>
          <a:endParaRPr lang="zh-CN" altLang="en-US"/>
        </a:p>
      </dgm:t>
    </dgm:pt>
    <dgm:pt modelId="{3026E44B-288E-4D55-ACCB-A2C9680967C2}">
      <dgm:prSet phldrT="[文本]" custT="1"/>
      <dgm:spPr>
        <a:solidFill>
          <a:schemeClr val="bg1">
            <a:lumMod val="85000"/>
            <a:alpha val="90000"/>
          </a:schemeClr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pPr marL="0" indent="0"/>
          <a:endParaRPr lang="zh-CN" altLang="en-US" sz="2400" dirty="0"/>
        </a:p>
      </dgm:t>
    </dgm:pt>
    <dgm:pt modelId="{E4545D31-A6EB-4E72-96CB-E06787F6D59A}" type="parTrans" cxnId="{9BCC5723-CE89-405F-934B-2F91871E1B73}">
      <dgm:prSet/>
      <dgm:spPr/>
      <dgm:t>
        <a:bodyPr/>
        <a:lstStyle/>
        <a:p>
          <a:endParaRPr lang="zh-CN" altLang="en-US"/>
        </a:p>
      </dgm:t>
    </dgm:pt>
    <dgm:pt modelId="{5565E58A-4D06-417F-9E4E-4C9E97A138DC}" type="sibTrans" cxnId="{9BCC5723-CE89-405F-934B-2F91871E1B73}">
      <dgm:prSet/>
      <dgm:spPr/>
      <dgm:t>
        <a:bodyPr/>
        <a:lstStyle/>
        <a:p>
          <a:endParaRPr lang="zh-CN" altLang="en-US"/>
        </a:p>
      </dgm:t>
    </dgm:pt>
    <dgm:pt modelId="{E8766091-44C8-4D4D-834C-C1CF70141228}">
      <dgm:prSet phldrT="[文本]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zh-CN" altLang="en-US" dirty="0" smtClean="0">
              <a:solidFill>
                <a:schemeClr val="bg1"/>
              </a:solidFill>
            </a:rPr>
            <a:t>房地产等。。</a:t>
          </a:r>
          <a:endParaRPr lang="zh-CN" altLang="en-US" dirty="0">
            <a:solidFill>
              <a:schemeClr val="bg1"/>
            </a:solidFill>
          </a:endParaRPr>
        </a:p>
      </dgm:t>
    </dgm:pt>
    <dgm:pt modelId="{DD32F43B-7B9E-4447-A1A8-F471B51A45CD}" type="parTrans" cxnId="{CD3BD91B-5C04-4469-A6AC-621100272C46}">
      <dgm:prSet/>
      <dgm:spPr/>
      <dgm:t>
        <a:bodyPr/>
        <a:lstStyle/>
        <a:p>
          <a:endParaRPr lang="zh-CN" altLang="en-US"/>
        </a:p>
      </dgm:t>
    </dgm:pt>
    <dgm:pt modelId="{85550499-3695-46B1-B90A-CE5D8B3E79EB}" type="sibTrans" cxnId="{CD3BD91B-5C04-4469-A6AC-621100272C46}">
      <dgm:prSet/>
      <dgm:spPr/>
      <dgm:t>
        <a:bodyPr/>
        <a:lstStyle/>
        <a:p>
          <a:endParaRPr lang="zh-CN" altLang="en-US"/>
        </a:p>
      </dgm:t>
    </dgm:pt>
    <dgm:pt modelId="{9A3FCAF7-E17E-4235-B115-3C45AD6311F6}">
      <dgm:prSet phldrT="[文本]" custT="1"/>
      <dgm:spPr>
        <a:solidFill>
          <a:schemeClr val="bg1">
            <a:lumMod val="85000"/>
            <a:alpha val="90000"/>
          </a:schemeClr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zh-CN" altLang="en-US" sz="2400" dirty="0"/>
        </a:p>
      </dgm:t>
    </dgm:pt>
    <dgm:pt modelId="{AE04B440-003A-4695-A428-1B10F448E72C}" type="parTrans" cxnId="{8949ABD6-873E-4545-9BC6-5366CAC495FF}">
      <dgm:prSet/>
      <dgm:spPr/>
      <dgm:t>
        <a:bodyPr/>
        <a:lstStyle/>
        <a:p>
          <a:endParaRPr lang="zh-CN" altLang="en-US"/>
        </a:p>
      </dgm:t>
    </dgm:pt>
    <dgm:pt modelId="{F023A0E9-597A-4B0C-975E-84E1BB6790F1}" type="sibTrans" cxnId="{8949ABD6-873E-4545-9BC6-5366CAC495FF}">
      <dgm:prSet/>
      <dgm:spPr/>
      <dgm:t>
        <a:bodyPr/>
        <a:lstStyle/>
        <a:p>
          <a:endParaRPr lang="zh-CN" altLang="en-US"/>
        </a:p>
      </dgm:t>
    </dgm:pt>
    <dgm:pt modelId="{DB1B4ED5-E92C-4378-A615-92750973211E}">
      <dgm:prSet phldrT="[文本]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zh-CN" altLang="en-US" dirty="0" smtClean="0">
              <a:solidFill>
                <a:schemeClr val="bg1"/>
              </a:solidFill>
            </a:rPr>
            <a:t>金融</a:t>
          </a:r>
          <a:endParaRPr lang="zh-CN" altLang="en-US" dirty="0">
            <a:solidFill>
              <a:schemeClr val="bg1"/>
            </a:solidFill>
          </a:endParaRPr>
        </a:p>
      </dgm:t>
    </dgm:pt>
    <dgm:pt modelId="{81AE1AF0-275E-41CC-AA50-4217EF6C5FE1}" type="parTrans" cxnId="{29B944B2-B913-4D31-81AC-65C8BF4D3828}">
      <dgm:prSet/>
      <dgm:spPr/>
      <dgm:t>
        <a:bodyPr/>
        <a:lstStyle/>
        <a:p>
          <a:endParaRPr lang="zh-CN" altLang="en-US"/>
        </a:p>
      </dgm:t>
    </dgm:pt>
    <dgm:pt modelId="{E92800C6-E88D-4831-9166-39EC97299F85}" type="sibTrans" cxnId="{29B944B2-B913-4D31-81AC-65C8BF4D3828}">
      <dgm:prSet/>
      <dgm:spPr/>
      <dgm:t>
        <a:bodyPr/>
        <a:lstStyle/>
        <a:p>
          <a:endParaRPr lang="zh-CN" altLang="en-US"/>
        </a:p>
      </dgm:t>
    </dgm:pt>
    <dgm:pt modelId="{3FB640BA-DF81-4E03-AD82-3941524E2817}">
      <dgm:prSet phldrT="[文本]" custT="1"/>
      <dgm:spPr>
        <a:solidFill>
          <a:schemeClr val="bg1">
            <a:lumMod val="85000"/>
            <a:alpha val="90000"/>
          </a:schemeClr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zh-CN" altLang="en-US" sz="2400" dirty="0"/>
        </a:p>
      </dgm:t>
    </dgm:pt>
    <dgm:pt modelId="{FE1E1C71-FB4C-4612-A186-4C22FAE7ED60}" type="parTrans" cxnId="{654463D2-B9D4-4A9F-971A-B6BCAF92392B}">
      <dgm:prSet/>
      <dgm:spPr/>
      <dgm:t>
        <a:bodyPr/>
        <a:lstStyle/>
        <a:p>
          <a:endParaRPr lang="zh-CN" altLang="en-US"/>
        </a:p>
      </dgm:t>
    </dgm:pt>
    <dgm:pt modelId="{156A34AA-7F85-4501-B1DA-E2740D818141}" type="sibTrans" cxnId="{654463D2-B9D4-4A9F-971A-B6BCAF92392B}">
      <dgm:prSet/>
      <dgm:spPr/>
      <dgm:t>
        <a:bodyPr/>
        <a:lstStyle/>
        <a:p>
          <a:endParaRPr lang="zh-CN" altLang="en-US"/>
        </a:p>
      </dgm:t>
    </dgm:pt>
    <dgm:pt modelId="{49A8D7C7-D044-4A69-8964-30D583022D03}" type="pres">
      <dgm:prSet presAssocID="{A2683186-FDFA-4BE4-829F-369EE4FE74CA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C1E56970-E12D-4847-ABFC-A4AD9F41BEFC}" type="pres">
      <dgm:prSet presAssocID="{A2683186-FDFA-4BE4-829F-369EE4FE74CA}" presName="children" presStyleCnt="0"/>
      <dgm:spPr/>
    </dgm:pt>
    <dgm:pt modelId="{1A28F3F4-6D9A-4E0E-A646-D92D1A6DB6E8}" type="pres">
      <dgm:prSet presAssocID="{A2683186-FDFA-4BE4-829F-369EE4FE74CA}" presName="child1group" presStyleCnt="0"/>
      <dgm:spPr/>
    </dgm:pt>
    <dgm:pt modelId="{526B85DA-A3A2-41ED-B29C-4FD7228C00E9}" type="pres">
      <dgm:prSet presAssocID="{A2683186-FDFA-4BE4-829F-369EE4FE74CA}" presName="child1" presStyleLbl="bgAcc1" presStyleIdx="0" presStyleCnt="4"/>
      <dgm:spPr/>
      <dgm:t>
        <a:bodyPr/>
        <a:lstStyle/>
        <a:p>
          <a:endParaRPr lang="zh-CN" altLang="en-US"/>
        </a:p>
      </dgm:t>
    </dgm:pt>
    <dgm:pt modelId="{E83D12CA-F4A7-478A-8A5B-E5EFB369AC50}" type="pres">
      <dgm:prSet presAssocID="{A2683186-FDFA-4BE4-829F-369EE4FE74CA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14BB1ED-9D32-40AB-9F12-CFD5256BBC8C}" type="pres">
      <dgm:prSet presAssocID="{A2683186-FDFA-4BE4-829F-369EE4FE74CA}" presName="child2group" presStyleCnt="0"/>
      <dgm:spPr/>
    </dgm:pt>
    <dgm:pt modelId="{89E88204-2F50-4D14-BC84-D1EDCAB8D289}" type="pres">
      <dgm:prSet presAssocID="{A2683186-FDFA-4BE4-829F-369EE4FE74CA}" presName="child2" presStyleLbl="bgAcc1" presStyleIdx="1" presStyleCnt="4" custScaleX="102641" custScaleY="100000" custLinFactNeighborX="1320"/>
      <dgm:spPr/>
      <dgm:t>
        <a:bodyPr/>
        <a:lstStyle/>
        <a:p>
          <a:endParaRPr lang="zh-CN" altLang="en-US"/>
        </a:p>
      </dgm:t>
    </dgm:pt>
    <dgm:pt modelId="{45EC5EBB-2913-4D21-90B6-E5D22E37B7DC}" type="pres">
      <dgm:prSet presAssocID="{A2683186-FDFA-4BE4-829F-369EE4FE74CA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F36DEAE-041B-4107-A574-BE9537FFDABB}" type="pres">
      <dgm:prSet presAssocID="{A2683186-FDFA-4BE4-829F-369EE4FE74CA}" presName="child3group" presStyleCnt="0"/>
      <dgm:spPr/>
    </dgm:pt>
    <dgm:pt modelId="{C50C4562-C8E3-42E0-AB32-89CDE99C19D5}" type="pres">
      <dgm:prSet presAssocID="{A2683186-FDFA-4BE4-829F-369EE4FE74CA}" presName="child3" presStyleLbl="bgAcc1" presStyleIdx="2" presStyleCnt="4" custScaleX="102793" custScaleY="104172" custLinFactNeighborX="1367"/>
      <dgm:spPr/>
      <dgm:t>
        <a:bodyPr/>
        <a:lstStyle/>
        <a:p>
          <a:endParaRPr lang="zh-CN" altLang="en-US"/>
        </a:p>
      </dgm:t>
    </dgm:pt>
    <dgm:pt modelId="{129208AD-9EF6-4A3A-82F5-DA1F2CDFB150}" type="pres">
      <dgm:prSet presAssocID="{A2683186-FDFA-4BE4-829F-369EE4FE74CA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ADEFC13-A24E-4312-AE98-3EA9F19D4D1D}" type="pres">
      <dgm:prSet presAssocID="{A2683186-FDFA-4BE4-829F-369EE4FE74CA}" presName="child4group" presStyleCnt="0"/>
      <dgm:spPr/>
    </dgm:pt>
    <dgm:pt modelId="{0977D794-111B-4F0F-95AE-52943FA4365A}" type="pres">
      <dgm:prSet presAssocID="{A2683186-FDFA-4BE4-829F-369EE4FE74CA}" presName="child4" presStyleLbl="bgAcc1" presStyleIdx="3" presStyleCnt="4"/>
      <dgm:spPr/>
      <dgm:t>
        <a:bodyPr/>
        <a:lstStyle/>
        <a:p>
          <a:endParaRPr lang="zh-CN" altLang="en-US"/>
        </a:p>
      </dgm:t>
    </dgm:pt>
    <dgm:pt modelId="{82254318-9560-43F5-958D-E6DC4C5FD8D5}" type="pres">
      <dgm:prSet presAssocID="{A2683186-FDFA-4BE4-829F-369EE4FE74CA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740FCFB-B672-4DC3-851C-D9BA2D0586A5}" type="pres">
      <dgm:prSet presAssocID="{A2683186-FDFA-4BE4-829F-369EE4FE74CA}" presName="childPlaceholder" presStyleCnt="0"/>
      <dgm:spPr/>
    </dgm:pt>
    <dgm:pt modelId="{516E964A-28EB-4FBD-B5E4-6E2DB47C4381}" type="pres">
      <dgm:prSet presAssocID="{A2683186-FDFA-4BE4-829F-369EE4FE74CA}" presName="circle" presStyleCnt="0"/>
      <dgm:spPr/>
    </dgm:pt>
    <dgm:pt modelId="{B93E553A-1247-4D9D-9EF4-40E0A713E9EC}" type="pres">
      <dgm:prSet presAssocID="{A2683186-FDFA-4BE4-829F-369EE4FE74CA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118BF4B-D788-465B-A291-BC21942D320E}" type="pres">
      <dgm:prSet presAssocID="{A2683186-FDFA-4BE4-829F-369EE4FE74CA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1298874-818A-413C-9D1D-8177CC647DCB}" type="pres">
      <dgm:prSet presAssocID="{A2683186-FDFA-4BE4-829F-369EE4FE74CA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381E0A2-38D8-41A2-A9E0-290867D6086F}" type="pres">
      <dgm:prSet presAssocID="{A2683186-FDFA-4BE4-829F-369EE4FE74CA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4732B24-FB1F-4FA0-81BD-5678ECC4C86C}" type="pres">
      <dgm:prSet presAssocID="{A2683186-FDFA-4BE4-829F-369EE4FE74CA}" presName="quadrantPlaceholder" presStyleCnt="0"/>
      <dgm:spPr/>
    </dgm:pt>
    <dgm:pt modelId="{9E4C2D20-D4D2-492A-B1C2-59D3B51C3800}" type="pres">
      <dgm:prSet presAssocID="{A2683186-FDFA-4BE4-829F-369EE4FE74CA}" presName="center1" presStyleLbl="fgShp" presStyleIdx="0" presStyleCnt="2" custScaleX="160568" custScaleY="162977" custLinFactX="184396" custLinFactNeighborX="200000" custLinFactNeighborY="55141"/>
      <dgm:spPr>
        <a:noFill/>
        <a:ln>
          <a:noFill/>
        </a:ln>
      </dgm:spPr>
      <dgm:t>
        <a:bodyPr/>
        <a:lstStyle/>
        <a:p>
          <a:endParaRPr lang="zh-CN" altLang="en-US"/>
        </a:p>
      </dgm:t>
    </dgm:pt>
    <dgm:pt modelId="{108DE427-C38B-4938-A04D-5F3CE53A552D}" type="pres">
      <dgm:prSet presAssocID="{A2683186-FDFA-4BE4-829F-369EE4FE74CA}" presName="center2" presStyleLbl="fgShp" presStyleIdx="1" presStyleCnt="2" custScaleX="160568" custScaleY="196551" custLinFactX="300000" custLinFactY="-490332" custLinFactNeighborX="302923" custLinFactNeighborY="-500000"/>
      <dgm:spPr>
        <a:noFill/>
        <a:ln>
          <a:noFill/>
        </a:ln>
      </dgm:spPr>
      <dgm:t>
        <a:bodyPr/>
        <a:lstStyle/>
        <a:p>
          <a:endParaRPr lang="zh-CN" altLang="en-US"/>
        </a:p>
      </dgm:t>
    </dgm:pt>
  </dgm:ptLst>
  <dgm:cxnLst>
    <dgm:cxn modelId="{9E4DA6FA-A705-455D-B298-B42FFEB9EB12}" type="presOf" srcId="{DB1B4ED5-E92C-4378-A615-92750973211E}" destId="{F381E0A2-38D8-41A2-A9E0-290867D6086F}" srcOrd="0" destOrd="0" presId="urn:microsoft.com/office/officeart/2005/8/layout/cycle4"/>
    <dgm:cxn modelId="{D873097F-0AE2-43A8-A26B-8293CB3B83A8}" type="presOf" srcId="{9A3FCAF7-E17E-4235-B115-3C45AD6311F6}" destId="{129208AD-9EF6-4A3A-82F5-DA1F2CDFB150}" srcOrd="1" destOrd="0" presId="urn:microsoft.com/office/officeart/2005/8/layout/cycle4"/>
    <dgm:cxn modelId="{00574A4B-B87D-470A-8DC8-1D9C581A4256}" type="presOf" srcId="{3026E44B-288E-4D55-ACCB-A2C9680967C2}" destId="{89E88204-2F50-4D14-BC84-D1EDCAB8D289}" srcOrd="0" destOrd="0" presId="urn:microsoft.com/office/officeart/2005/8/layout/cycle4"/>
    <dgm:cxn modelId="{9BCC5723-CE89-405F-934B-2F91871E1B73}" srcId="{226FF254-769E-4B09-966F-6C746CBAA655}" destId="{3026E44B-288E-4D55-ACCB-A2C9680967C2}" srcOrd="0" destOrd="0" parTransId="{E4545D31-A6EB-4E72-96CB-E06787F6D59A}" sibTransId="{5565E58A-4D06-417F-9E4E-4C9E97A138DC}"/>
    <dgm:cxn modelId="{29B944B2-B913-4D31-81AC-65C8BF4D3828}" srcId="{A2683186-FDFA-4BE4-829F-369EE4FE74CA}" destId="{DB1B4ED5-E92C-4378-A615-92750973211E}" srcOrd="3" destOrd="0" parTransId="{81AE1AF0-275E-41CC-AA50-4217EF6C5FE1}" sibTransId="{E92800C6-E88D-4831-9166-39EC97299F85}"/>
    <dgm:cxn modelId="{0564A4B2-8144-46BB-B47B-E530F304A884}" srcId="{A2683186-FDFA-4BE4-829F-369EE4FE74CA}" destId="{226FF254-769E-4B09-966F-6C746CBAA655}" srcOrd="1" destOrd="0" parTransId="{237A01DE-A6E1-4797-90D6-7A762FBC3E78}" sibTransId="{CDFC344D-BFA2-4BA2-A227-7EC539A65E83}"/>
    <dgm:cxn modelId="{474EDC97-80BF-4D58-8637-7E33253DF438}" type="presOf" srcId="{22F3491C-58E5-4EC9-B48D-CACC0605D354}" destId="{B93E553A-1247-4D9D-9EF4-40E0A713E9EC}" srcOrd="0" destOrd="0" presId="urn:microsoft.com/office/officeart/2005/8/layout/cycle4"/>
    <dgm:cxn modelId="{B2443794-2C23-4B94-AD58-F9A4E34A3E0B}" type="presOf" srcId="{226FF254-769E-4B09-966F-6C746CBAA655}" destId="{6118BF4B-D788-465B-A291-BC21942D320E}" srcOrd="0" destOrd="0" presId="urn:microsoft.com/office/officeart/2005/8/layout/cycle4"/>
    <dgm:cxn modelId="{8992C0F7-6BF3-43A4-AAED-FB4A4B29CBBF}" type="presOf" srcId="{E8766091-44C8-4D4D-834C-C1CF70141228}" destId="{B1298874-818A-413C-9D1D-8177CC647DCB}" srcOrd="0" destOrd="0" presId="urn:microsoft.com/office/officeart/2005/8/layout/cycle4"/>
    <dgm:cxn modelId="{8949ABD6-873E-4545-9BC6-5366CAC495FF}" srcId="{E8766091-44C8-4D4D-834C-C1CF70141228}" destId="{9A3FCAF7-E17E-4235-B115-3C45AD6311F6}" srcOrd="0" destOrd="0" parTransId="{AE04B440-003A-4695-A428-1B10F448E72C}" sibTransId="{F023A0E9-597A-4B0C-975E-84E1BB6790F1}"/>
    <dgm:cxn modelId="{CD3BD91B-5C04-4469-A6AC-621100272C46}" srcId="{A2683186-FDFA-4BE4-829F-369EE4FE74CA}" destId="{E8766091-44C8-4D4D-834C-C1CF70141228}" srcOrd="2" destOrd="0" parTransId="{DD32F43B-7B9E-4447-A1A8-F471B51A45CD}" sibTransId="{85550499-3695-46B1-B90A-CE5D8B3E79EB}"/>
    <dgm:cxn modelId="{654463D2-B9D4-4A9F-971A-B6BCAF92392B}" srcId="{DB1B4ED5-E92C-4378-A615-92750973211E}" destId="{3FB640BA-DF81-4E03-AD82-3941524E2817}" srcOrd="0" destOrd="0" parTransId="{FE1E1C71-FB4C-4612-A186-4C22FAE7ED60}" sibTransId="{156A34AA-7F85-4501-B1DA-E2740D818141}"/>
    <dgm:cxn modelId="{56DF173C-BCFD-40C5-B3C5-92F305C9761E}" type="presOf" srcId="{A2683186-FDFA-4BE4-829F-369EE4FE74CA}" destId="{49A8D7C7-D044-4A69-8964-30D583022D03}" srcOrd="0" destOrd="0" presId="urn:microsoft.com/office/officeart/2005/8/layout/cycle4"/>
    <dgm:cxn modelId="{8496F0BF-9EC8-40BB-AF9F-20D952DFDFAB}" type="presOf" srcId="{3FB640BA-DF81-4E03-AD82-3941524E2817}" destId="{82254318-9560-43F5-958D-E6DC4C5FD8D5}" srcOrd="1" destOrd="0" presId="urn:microsoft.com/office/officeart/2005/8/layout/cycle4"/>
    <dgm:cxn modelId="{A1A8F03F-4CD9-4221-9966-7DC9B87FE2D9}" type="presOf" srcId="{E4A83136-981E-48FC-B66A-05A8A121149C}" destId="{526B85DA-A3A2-41ED-B29C-4FD7228C00E9}" srcOrd="0" destOrd="0" presId="urn:microsoft.com/office/officeart/2005/8/layout/cycle4"/>
    <dgm:cxn modelId="{958EA364-86E8-427C-8008-9B5E5A73FB92}" type="presOf" srcId="{3026E44B-288E-4D55-ACCB-A2C9680967C2}" destId="{45EC5EBB-2913-4D21-90B6-E5D22E37B7DC}" srcOrd="1" destOrd="0" presId="urn:microsoft.com/office/officeart/2005/8/layout/cycle4"/>
    <dgm:cxn modelId="{7F2F03F2-CF0F-431B-B8E4-5F9EC14049A0}" type="presOf" srcId="{9A3FCAF7-E17E-4235-B115-3C45AD6311F6}" destId="{C50C4562-C8E3-42E0-AB32-89CDE99C19D5}" srcOrd="0" destOrd="0" presId="urn:microsoft.com/office/officeart/2005/8/layout/cycle4"/>
    <dgm:cxn modelId="{8CB51D6E-0FDA-4D39-A56B-49F4F3CA23D9}" type="presOf" srcId="{E4A83136-981E-48FC-B66A-05A8A121149C}" destId="{E83D12CA-F4A7-478A-8A5B-E5EFB369AC50}" srcOrd="1" destOrd="0" presId="urn:microsoft.com/office/officeart/2005/8/layout/cycle4"/>
    <dgm:cxn modelId="{934D8E58-C4FC-4D51-8B9B-B91CEDFD55D7}" srcId="{22F3491C-58E5-4EC9-B48D-CACC0605D354}" destId="{E4A83136-981E-48FC-B66A-05A8A121149C}" srcOrd="0" destOrd="0" parTransId="{DEDB045C-7ECD-4423-A9A2-A4F10813171B}" sibTransId="{42ECE8E7-337F-420C-84ED-0A7BD90B4D8B}"/>
    <dgm:cxn modelId="{EE70FD32-91B0-4940-8313-CB5DA336B105}" srcId="{A2683186-FDFA-4BE4-829F-369EE4FE74CA}" destId="{22F3491C-58E5-4EC9-B48D-CACC0605D354}" srcOrd="0" destOrd="0" parTransId="{B66A7F30-59B8-4BEF-9A68-88B2112D68D1}" sibTransId="{C837122E-A08A-4779-91B5-53FB018335B5}"/>
    <dgm:cxn modelId="{D5164B4E-B50B-4B15-8355-294FE76C377B}" type="presOf" srcId="{3FB640BA-DF81-4E03-AD82-3941524E2817}" destId="{0977D794-111B-4F0F-95AE-52943FA4365A}" srcOrd="0" destOrd="0" presId="urn:microsoft.com/office/officeart/2005/8/layout/cycle4"/>
    <dgm:cxn modelId="{B86C5436-F25F-40F2-94E3-72061503947D}" type="presParOf" srcId="{49A8D7C7-D044-4A69-8964-30D583022D03}" destId="{C1E56970-E12D-4847-ABFC-A4AD9F41BEFC}" srcOrd="0" destOrd="0" presId="urn:microsoft.com/office/officeart/2005/8/layout/cycle4"/>
    <dgm:cxn modelId="{11F10E47-C0AD-4DED-A8D0-2B41EDC94027}" type="presParOf" srcId="{C1E56970-E12D-4847-ABFC-A4AD9F41BEFC}" destId="{1A28F3F4-6D9A-4E0E-A646-D92D1A6DB6E8}" srcOrd="0" destOrd="0" presId="urn:microsoft.com/office/officeart/2005/8/layout/cycle4"/>
    <dgm:cxn modelId="{FC2990BD-C6AC-4E28-A39B-BBF80C333E82}" type="presParOf" srcId="{1A28F3F4-6D9A-4E0E-A646-D92D1A6DB6E8}" destId="{526B85DA-A3A2-41ED-B29C-4FD7228C00E9}" srcOrd="0" destOrd="0" presId="urn:microsoft.com/office/officeart/2005/8/layout/cycle4"/>
    <dgm:cxn modelId="{1D425C34-9CE7-4FF8-83FC-1FADF8AF0744}" type="presParOf" srcId="{1A28F3F4-6D9A-4E0E-A646-D92D1A6DB6E8}" destId="{E83D12CA-F4A7-478A-8A5B-E5EFB369AC50}" srcOrd="1" destOrd="0" presId="urn:microsoft.com/office/officeart/2005/8/layout/cycle4"/>
    <dgm:cxn modelId="{5C6EBB92-2422-4BD9-8E10-49B18F086C15}" type="presParOf" srcId="{C1E56970-E12D-4847-ABFC-A4AD9F41BEFC}" destId="{F14BB1ED-9D32-40AB-9F12-CFD5256BBC8C}" srcOrd="1" destOrd="0" presId="urn:microsoft.com/office/officeart/2005/8/layout/cycle4"/>
    <dgm:cxn modelId="{842F2F9A-B0BD-4E45-AB79-711EE5BCE9D1}" type="presParOf" srcId="{F14BB1ED-9D32-40AB-9F12-CFD5256BBC8C}" destId="{89E88204-2F50-4D14-BC84-D1EDCAB8D289}" srcOrd="0" destOrd="0" presId="urn:microsoft.com/office/officeart/2005/8/layout/cycle4"/>
    <dgm:cxn modelId="{8F284ED5-0B81-4004-9AEF-8100DAB5135F}" type="presParOf" srcId="{F14BB1ED-9D32-40AB-9F12-CFD5256BBC8C}" destId="{45EC5EBB-2913-4D21-90B6-E5D22E37B7DC}" srcOrd="1" destOrd="0" presId="urn:microsoft.com/office/officeart/2005/8/layout/cycle4"/>
    <dgm:cxn modelId="{ADB98E26-9FB2-43E2-BE89-6922460E6283}" type="presParOf" srcId="{C1E56970-E12D-4847-ABFC-A4AD9F41BEFC}" destId="{CF36DEAE-041B-4107-A574-BE9537FFDABB}" srcOrd="2" destOrd="0" presId="urn:microsoft.com/office/officeart/2005/8/layout/cycle4"/>
    <dgm:cxn modelId="{5F2E1D17-62FB-43FC-9399-C98924EC83D9}" type="presParOf" srcId="{CF36DEAE-041B-4107-A574-BE9537FFDABB}" destId="{C50C4562-C8E3-42E0-AB32-89CDE99C19D5}" srcOrd="0" destOrd="0" presId="urn:microsoft.com/office/officeart/2005/8/layout/cycle4"/>
    <dgm:cxn modelId="{B467AB2B-C150-405A-B2B4-FBCADC9B77D4}" type="presParOf" srcId="{CF36DEAE-041B-4107-A574-BE9537FFDABB}" destId="{129208AD-9EF6-4A3A-82F5-DA1F2CDFB150}" srcOrd="1" destOrd="0" presId="urn:microsoft.com/office/officeart/2005/8/layout/cycle4"/>
    <dgm:cxn modelId="{8D3327DE-0CA6-492F-BAAC-C42C4F450B8E}" type="presParOf" srcId="{C1E56970-E12D-4847-ABFC-A4AD9F41BEFC}" destId="{8ADEFC13-A24E-4312-AE98-3EA9F19D4D1D}" srcOrd="3" destOrd="0" presId="urn:microsoft.com/office/officeart/2005/8/layout/cycle4"/>
    <dgm:cxn modelId="{4E4DC111-9CE0-4A2C-8D44-9B18AB567D7A}" type="presParOf" srcId="{8ADEFC13-A24E-4312-AE98-3EA9F19D4D1D}" destId="{0977D794-111B-4F0F-95AE-52943FA4365A}" srcOrd="0" destOrd="0" presId="urn:microsoft.com/office/officeart/2005/8/layout/cycle4"/>
    <dgm:cxn modelId="{B3B2024B-908E-437A-BF05-48B249CCD514}" type="presParOf" srcId="{8ADEFC13-A24E-4312-AE98-3EA9F19D4D1D}" destId="{82254318-9560-43F5-958D-E6DC4C5FD8D5}" srcOrd="1" destOrd="0" presId="urn:microsoft.com/office/officeart/2005/8/layout/cycle4"/>
    <dgm:cxn modelId="{99A59821-B02B-40A3-AB0C-6543E539A62B}" type="presParOf" srcId="{C1E56970-E12D-4847-ABFC-A4AD9F41BEFC}" destId="{D740FCFB-B672-4DC3-851C-D9BA2D0586A5}" srcOrd="4" destOrd="0" presId="urn:microsoft.com/office/officeart/2005/8/layout/cycle4"/>
    <dgm:cxn modelId="{9475776B-7003-4EAB-BFFE-26AA5A6FF3A7}" type="presParOf" srcId="{49A8D7C7-D044-4A69-8964-30D583022D03}" destId="{516E964A-28EB-4FBD-B5E4-6E2DB47C4381}" srcOrd="1" destOrd="0" presId="urn:microsoft.com/office/officeart/2005/8/layout/cycle4"/>
    <dgm:cxn modelId="{26FFC97F-2F72-4A6C-B21B-7594F022CD7A}" type="presParOf" srcId="{516E964A-28EB-4FBD-B5E4-6E2DB47C4381}" destId="{B93E553A-1247-4D9D-9EF4-40E0A713E9EC}" srcOrd="0" destOrd="0" presId="urn:microsoft.com/office/officeart/2005/8/layout/cycle4"/>
    <dgm:cxn modelId="{9A3D65B3-D364-4A4B-8100-3D75B40A7F7B}" type="presParOf" srcId="{516E964A-28EB-4FBD-B5E4-6E2DB47C4381}" destId="{6118BF4B-D788-465B-A291-BC21942D320E}" srcOrd="1" destOrd="0" presId="urn:microsoft.com/office/officeart/2005/8/layout/cycle4"/>
    <dgm:cxn modelId="{2825429C-B5E5-41DE-B48D-D669C1B60F68}" type="presParOf" srcId="{516E964A-28EB-4FBD-B5E4-6E2DB47C4381}" destId="{B1298874-818A-413C-9D1D-8177CC647DCB}" srcOrd="2" destOrd="0" presId="urn:microsoft.com/office/officeart/2005/8/layout/cycle4"/>
    <dgm:cxn modelId="{77820E7E-9F1C-42A2-8AD7-DC665342179D}" type="presParOf" srcId="{516E964A-28EB-4FBD-B5E4-6E2DB47C4381}" destId="{F381E0A2-38D8-41A2-A9E0-290867D6086F}" srcOrd="3" destOrd="0" presId="urn:microsoft.com/office/officeart/2005/8/layout/cycle4"/>
    <dgm:cxn modelId="{EDF73847-E188-4BEB-9197-CF633411176B}" type="presParOf" srcId="{516E964A-28EB-4FBD-B5E4-6E2DB47C4381}" destId="{94732B24-FB1F-4FA0-81BD-5678ECC4C86C}" srcOrd="4" destOrd="0" presId="urn:microsoft.com/office/officeart/2005/8/layout/cycle4"/>
    <dgm:cxn modelId="{5C79275D-4076-4F8D-8D8B-DC20A6633936}" type="presParOf" srcId="{49A8D7C7-D044-4A69-8964-30D583022D03}" destId="{9E4C2D20-D4D2-492A-B1C2-59D3B51C3800}" srcOrd="2" destOrd="0" presId="urn:microsoft.com/office/officeart/2005/8/layout/cycle4"/>
    <dgm:cxn modelId="{95A5DD0D-954C-4A07-BDDC-10AE470C9B5D}" type="presParOf" srcId="{49A8D7C7-D044-4A69-8964-30D583022D03}" destId="{108DE427-C38B-4938-A04D-5F3CE53A552D}" srcOrd="3" destOrd="0" presId="urn:microsoft.com/office/officeart/2005/8/layout/cycle4"/>
  </dgm:cxnLst>
  <dgm:bg>
    <a:noFill/>
  </dgm:bg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F8380C-EECA-48BA-9D0C-AD22403A400C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1C246855-5C29-4D84-A796-1FABD10F908F}">
      <dgm:prSet phldrT="[文本]"/>
      <dgm:spPr/>
      <dgm:t>
        <a:bodyPr/>
        <a:lstStyle/>
        <a:p>
          <a:r>
            <a:rPr lang="zh-CN" altLang="en-US" dirty="0" smtClean="0"/>
            <a:t>盈利</a:t>
          </a:r>
          <a:endParaRPr lang="zh-CN" altLang="en-US" dirty="0"/>
        </a:p>
      </dgm:t>
    </dgm:pt>
    <dgm:pt modelId="{1BA720F1-E26B-4444-A177-1B8F795EA4F7}" type="parTrans" cxnId="{EDD48D66-69D6-453A-AB76-A35A017F0D6B}">
      <dgm:prSet/>
      <dgm:spPr/>
      <dgm:t>
        <a:bodyPr/>
        <a:lstStyle/>
        <a:p>
          <a:endParaRPr lang="zh-CN" altLang="en-US"/>
        </a:p>
      </dgm:t>
    </dgm:pt>
    <dgm:pt modelId="{7933784D-1AFD-4287-9A25-7F423636B7BF}" type="sibTrans" cxnId="{EDD48D66-69D6-453A-AB76-A35A017F0D6B}">
      <dgm:prSet/>
      <dgm:spPr/>
      <dgm:t>
        <a:bodyPr/>
        <a:lstStyle/>
        <a:p>
          <a:endParaRPr lang="zh-CN" altLang="en-US"/>
        </a:p>
      </dgm:t>
    </dgm:pt>
    <dgm:pt modelId="{94634DD5-C95C-48BE-AD4E-99714A4CFB91}">
      <dgm:prSet phldrT="[文本]" custT="1"/>
      <dgm:spPr/>
      <dgm:t>
        <a:bodyPr/>
        <a:lstStyle/>
        <a:p>
          <a:r>
            <a:rPr lang="zh-CN" altLang="en-US" sz="1800" dirty="0" smtClean="0"/>
            <a:t>销售净利率、毛利率、</a:t>
          </a:r>
          <a:r>
            <a:rPr lang="en-US" altLang="zh-CN" sz="1800" dirty="0" smtClean="0"/>
            <a:t>ROE</a:t>
          </a:r>
          <a:r>
            <a:rPr lang="zh-CN" altLang="en-US" sz="1800" dirty="0" smtClean="0"/>
            <a:t>、</a:t>
          </a:r>
          <a:r>
            <a:rPr lang="en-US" altLang="zh-CN" sz="1800" dirty="0" smtClean="0"/>
            <a:t>ROA</a:t>
          </a:r>
          <a:endParaRPr lang="zh-CN" altLang="en-US" sz="1800" dirty="0"/>
        </a:p>
      </dgm:t>
    </dgm:pt>
    <dgm:pt modelId="{F5E8075A-CB22-49D0-9513-81248CC6579F}" type="parTrans" cxnId="{48D0E95D-1473-4193-B3C4-1AEBFEEEC6AC}">
      <dgm:prSet/>
      <dgm:spPr/>
      <dgm:t>
        <a:bodyPr/>
        <a:lstStyle/>
        <a:p>
          <a:endParaRPr lang="zh-CN" altLang="en-US"/>
        </a:p>
      </dgm:t>
    </dgm:pt>
    <dgm:pt modelId="{62CB956F-64C1-4907-9B0A-911242198341}" type="sibTrans" cxnId="{48D0E95D-1473-4193-B3C4-1AEBFEEEC6AC}">
      <dgm:prSet/>
      <dgm:spPr/>
      <dgm:t>
        <a:bodyPr/>
        <a:lstStyle/>
        <a:p>
          <a:endParaRPr lang="zh-CN" altLang="en-US"/>
        </a:p>
      </dgm:t>
    </dgm:pt>
    <dgm:pt modelId="{B9BFBA82-2EFF-4B51-9AEE-70DF5FF8D46C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 smtClean="0"/>
            <a:t>成长</a:t>
          </a:r>
          <a:endParaRPr lang="zh-CN" altLang="en-US" dirty="0"/>
        </a:p>
      </dgm:t>
    </dgm:pt>
    <dgm:pt modelId="{16088056-D71A-4C32-8986-6E3C6D3E303D}" type="parTrans" cxnId="{45A1BBFC-48F2-46FC-A186-3D14604B687F}">
      <dgm:prSet/>
      <dgm:spPr/>
      <dgm:t>
        <a:bodyPr/>
        <a:lstStyle/>
        <a:p>
          <a:endParaRPr lang="zh-CN" altLang="en-US"/>
        </a:p>
      </dgm:t>
    </dgm:pt>
    <dgm:pt modelId="{231A4B0F-B3C7-4161-BE5F-8DC9AC62A2CE}" type="sibTrans" cxnId="{45A1BBFC-48F2-46FC-A186-3D14604B687F}">
      <dgm:prSet/>
      <dgm:spPr/>
      <dgm:t>
        <a:bodyPr/>
        <a:lstStyle/>
        <a:p>
          <a:endParaRPr lang="zh-CN" altLang="en-US"/>
        </a:p>
      </dgm:t>
    </dgm:pt>
    <dgm:pt modelId="{8D1AB4F3-CD25-4F46-BB55-D62C5888E7AE}">
      <dgm:prSet phldrT="[文本]" custT="1"/>
      <dgm:spPr/>
      <dgm:t>
        <a:bodyPr/>
        <a:lstStyle/>
        <a:p>
          <a:r>
            <a:rPr lang="zh-CN" altLang="en-US" sz="1800" dirty="0" smtClean="0"/>
            <a:t>股东权益增长、</a:t>
          </a:r>
          <a:r>
            <a:rPr lang="en-US" altLang="zh-CN" sz="1800" dirty="0" smtClean="0"/>
            <a:t>EPS</a:t>
          </a:r>
          <a:r>
            <a:rPr lang="zh-CN" altLang="en-US" sz="1800" dirty="0" smtClean="0"/>
            <a:t>增长、总资产增长、净利润增长等。。。</a:t>
          </a:r>
          <a:endParaRPr lang="zh-CN" altLang="en-US" sz="1800" dirty="0"/>
        </a:p>
      </dgm:t>
    </dgm:pt>
    <dgm:pt modelId="{BB1B6E78-C473-49A9-B40A-CFD1CA656E5C}" type="parTrans" cxnId="{BCCC22BE-51F2-498F-8E05-9A87E64A1A42}">
      <dgm:prSet/>
      <dgm:spPr/>
      <dgm:t>
        <a:bodyPr/>
        <a:lstStyle/>
        <a:p>
          <a:endParaRPr lang="zh-CN" altLang="en-US"/>
        </a:p>
      </dgm:t>
    </dgm:pt>
    <dgm:pt modelId="{B52EB8FA-154A-4634-890C-D09C5C8D2DE7}" type="sibTrans" cxnId="{BCCC22BE-51F2-498F-8E05-9A87E64A1A42}">
      <dgm:prSet/>
      <dgm:spPr/>
      <dgm:t>
        <a:bodyPr/>
        <a:lstStyle/>
        <a:p>
          <a:endParaRPr lang="zh-CN" altLang="en-US"/>
        </a:p>
      </dgm:t>
    </dgm:pt>
    <dgm:pt modelId="{3C994028-04BD-4B9C-8F31-ACFE5CD791CB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 smtClean="0"/>
            <a:t>杠杆</a:t>
          </a:r>
          <a:endParaRPr lang="zh-CN" altLang="en-US" dirty="0"/>
        </a:p>
      </dgm:t>
    </dgm:pt>
    <dgm:pt modelId="{DABC0DEF-3CBE-41A7-9513-3EC9EAE0A953}" type="parTrans" cxnId="{2A1C6BCC-2A5F-46F9-BEB1-A16AF5FEA273}">
      <dgm:prSet/>
      <dgm:spPr/>
      <dgm:t>
        <a:bodyPr/>
        <a:lstStyle/>
        <a:p>
          <a:endParaRPr lang="zh-CN" altLang="en-US"/>
        </a:p>
      </dgm:t>
    </dgm:pt>
    <dgm:pt modelId="{F6759FB1-5DCA-4BEC-8322-57AFAA1E6097}" type="sibTrans" cxnId="{2A1C6BCC-2A5F-46F9-BEB1-A16AF5FEA273}">
      <dgm:prSet/>
      <dgm:spPr/>
      <dgm:t>
        <a:bodyPr/>
        <a:lstStyle/>
        <a:p>
          <a:endParaRPr lang="zh-CN" altLang="en-US"/>
        </a:p>
      </dgm:t>
    </dgm:pt>
    <dgm:pt modelId="{76A4EEA4-C98C-45C3-90E9-5461067F5ED8}">
      <dgm:prSet phldrT="[文本]" custT="1"/>
      <dgm:spPr/>
      <dgm:t>
        <a:bodyPr/>
        <a:lstStyle/>
        <a:p>
          <a:r>
            <a:rPr lang="zh-CN" altLang="en-US" sz="1800" dirty="0" smtClean="0"/>
            <a:t>资产负债率、流通市值</a:t>
          </a:r>
          <a:r>
            <a:rPr lang="en-US" altLang="zh-CN" sz="1800" dirty="0" smtClean="0"/>
            <a:t>/</a:t>
          </a:r>
          <a:r>
            <a:rPr lang="zh-CN" altLang="en-US" sz="1800" dirty="0" smtClean="0"/>
            <a:t>总市值、流通股本</a:t>
          </a:r>
          <a:r>
            <a:rPr lang="en-US" altLang="zh-CN" sz="1800" dirty="0" smtClean="0"/>
            <a:t>/</a:t>
          </a:r>
          <a:r>
            <a:rPr lang="zh-CN" altLang="en-US" sz="1800" dirty="0" smtClean="0"/>
            <a:t>总股本</a:t>
          </a:r>
          <a:endParaRPr lang="zh-CN" altLang="en-US" sz="1800" dirty="0"/>
        </a:p>
      </dgm:t>
    </dgm:pt>
    <dgm:pt modelId="{65F74824-F916-4EDF-89CE-2E6BF646F35B}" type="sibTrans" cxnId="{2A50ACD0-94D4-4FD4-A86C-7F88705D5869}">
      <dgm:prSet/>
      <dgm:spPr/>
      <dgm:t>
        <a:bodyPr/>
        <a:lstStyle/>
        <a:p>
          <a:endParaRPr lang="zh-CN" altLang="en-US"/>
        </a:p>
      </dgm:t>
    </dgm:pt>
    <dgm:pt modelId="{C9669BAA-5053-41FB-BB09-49B37CDAE377}" type="parTrans" cxnId="{2A50ACD0-94D4-4FD4-A86C-7F88705D5869}">
      <dgm:prSet/>
      <dgm:spPr/>
      <dgm:t>
        <a:bodyPr/>
        <a:lstStyle/>
        <a:p>
          <a:endParaRPr lang="zh-CN" altLang="en-US"/>
        </a:p>
      </dgm:t>
    </dgm:pt>
    <dgm:pt modelId="{4C10B026-82D7-4356-BFC4-51F80D723E99}" type="pres">
      <dgm:prSet presAssocID="{43F8380C-EECA-48BA-9D0C-AD22403A400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8CEB7B5-8C8F-418F-A316-3FD4F094F1CC}" type="pres">
      <dgm:prSet presAssocID="{1C246855-5C29-4D84-A796-1FABD10F908F}" presName="linNode" presStyleCnt="0"/>
      <dgm:spPr/>
    </dgm:pt>
    <dgm:pt modelId="{756A8C86-097F-4AF4-98BD-75E22F63114D}" type="pres">
      <dgm:prSet presAssocID="{1C246855-5C29-4D84-A796-1FABD10F908F}" presName="parentText" presStyleLbl="node1" presStyleIdx="0" presStyleCnt="3" custScaleX="37869" custLinFactNeighborX="26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93D0D-4DCE-4081-9A40-D20DA31BAC23}" type="pres">
      <dgm:prSet presAssocID="{1C246855-5C29-4D84-A796-1FABD10F908F}" presName="descendantText" presStyleLbl="alignAccFollowNode1" presStyleIdx="0" presStyleCnt="3" custScaleX="130616" custLinFactNeighborX="46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B913275-A42F-49A1-92D0-1505C0798E96}" type="pres">
      <dgm:prSet presAssocID="{7933784D-1AFD-4287-9A25-7F423636B7BF}" presName="sp" presStyleCnt="0"/>
      <dgm:spPr/>
    </dgm:pt>
    <dgm:pt modelId="{AAEBF350-5137-4828-A74A-4C5E6911766D}" type="pres">
      <dgm:prSet presAssocID="{B9BFBA82-2EFF-4B51-9AEE-70DF5FF8D46C}" presName="linNode" presStyleCnt="0"/>
      <dgm:spPr/>
    </dgm:pt>
    <dgm:pt modelId="{F0FE0DEF-4CB6-4B3C-B64A-F80D00AA1524}" type="pres">
      <dgm:prSet presAssocID="{B9BFBA82-2EFF-4B51-9AEE-70DF5FF8D46C}" presName="parentText" presStyleLbl="node1" presStyleIdx="1" presStyleCnt="3" custScaleX="3816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8AD6242-2D8B-426B-A96D-991027338934}" type="pres">
      <dgm:prSet presAssocID="{B9BFBA82-2EFF-4B51-9AEE-70DF5FF8D46C}" presName="descendantText" presStyleLbl="alignAccFollowNode1" presStyleIdx="1" presStyleCnt="3" custScaleX="13043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486ED36-CCC5-4212-AAF9-6A25973E2D3A}" type="pres">
      <dgm:prSet presAssocID="{231A4B0F-B3C7-4161-BE5F-8DC9AC62A2CE}" presName="sp" presStyleCnt="0"/>
      <dgm:spPr/>
    </dgm:pt>
    <dgm:pt modelId="{7B19D399-9B69-4C0B-9E3B-5AA573BE24ED}" type="pres">
      <dgm:prSet presAssocID="{3C994028-04BD-4B9C-8F31-ACFE5CD791CB}" presName="linNode" presStyleCnt="0"/>
      <dgm:spPr/>
    </dgm:pt>
    <dgm:pt modelId="{A0559787-0D9F-42E3-B374-E200F3F7607D}" type="pres">
      <dgm:prSet presAssocID="{3C994028-04BD-4B9C-8F31-ACFE5CD791CB}" presName="parentText" presStyleLbl="node1" presStyleIdx="2" presStyleCnt="3" custScaleX="3816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2124E9-FBC4-461B-9AE7-4E52A6BDB512}" type="pres">
      <dgm:prSet presAssocID="{3C994028-04BD-4B9C-8F31-ACFE5CD791CB}" presName="descendantText" presStyleLbl="alignAccFollowNode1" presStyleIdx="2" presStyleCnt="3" custScaleX="12989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832588F-9A4A-418C-91DE-F2558693B7C2}" type="presOf" srcId="{8D1AB4F3-CD25-4F46-BB55-D62C5888E7AE}" destId="{98AD6242-2D8B-426B-A96D-991027338934}" srcOrd="0" destOrd="0" presId="urn:microsoft.com/office/officeart/2005/8/layout/vList5"/>
    <dgm:cxn modelId="{EDD48D66-69D6-453A-AB76-A35A017F0D6B}" srcId="{43F8380C-EECA-48BA-9D0C-AD22403A400C}" destId="{1C246855-5C29-4D84-A796-1FABD10F908F}" srcOrd="0" destOrd="0" parTransId="{1BA720F1-E26B-4444-A177-1B8F795EA4F7}" sibTransId="{7933784D-1AFD-4287-9A25-7F423636B7BF}"/>
    <dgm:cxn modelId="{2A1C6BCC-2A5F-46F9-BEB1-A16AF5FEA273}" srcId="{43F8380C-EECA-48BA-9D0C-AD22403A400C}" destId="{3C994028-04BD-4B9C-8F31-ACFE5CD791CB}" srcOrd="2" destOrd="0" parTransId="{DABC0DEF-3CBE-41A7-9513-3EC9EAE0A953}" sibTransId="{F6759FB1-5DCA-4BEC-8322-57AFAA1E6097}"/>
    <dgm:cxn modelId="{2A50ACD0-94D4-4FD4-A86C-7F88705D5869}" srcId="{3C994028-04BD-4B9C-8F31-ACFE5CD791CB}" destId="{76A4EEA4-C98C-45C3-90E9-5461067F5ED8}" srcOrd="0" destOrd="0" parTransId="{C9669BAA-5053-41FB-BB09-49B37CDAE377}" sibTransId="{65F74824-F916-4EDF-89CE-2E6BF646F35B}"/>
    <dgm:cxn modelId="{459C1702-4279-477A-A757-584EC28B754A}" type="presOf" srcId="{1C246855-5C29-4D84-A796-1FABD10F908F}" destId="{756A8C86-097F-4AF4-98BD-75E22F63114D}" srcOrd="0" destOrd="0" presId="urn:microsoft.com/office/officeart/2005/8/layout/vList5"/>
    <dgm:cxn modelId="{3F13E2A8-8F79-4E67-B7E6-6FA1B4B453E7}" type="presOf" srcId="{76A4EEA4-C98C-45C3-90E9-5461067F5ED8}" destId="{332124E9-FBC4-461B-9AE7-4E52A6BDB512}" srcOrd="0" destOrd="0" presId="urn:microsoft.com/office/officeart/2005/8/layout/vList5"/>
    <dgm:cxn modelId="{7BA071F1-C55A-4974-9657-4DEF8CE7AF3F}" type="presOf" srcId="{3C994028-04BD-4B9C-8F31-ACFE5CD791CB}" destId="{A0559787-0D9F-42E3-B374-E200F3F7607D}" srcOrd="0" destOrd="0" presId="urn:microsoft.com/office/officeart/2005/8/layout/vList5"/>
    <dgm:cxn modelId="{6BBB5986-92AB-419F-847F-70B313A57E76}" type="presOf" srcId="{B9BFBA82-2EFF-4B51-9AEE-70DF5FF8D46C}" destId="{F0FE0DEF-4CB6-4B3C-B64A-F80D00AA1524}" srcOrd="0" destOrd="0" presId="urn:microsoft.com/office/officeart/2005/8/layout/vList5"/>
    <dgm:cxn modelId="{BCCC22BE-51F2-498F-8E05-9A87E64A1A42}" srcId="{B9BFBA82-2EFF-4B51-9AEE-70DF5FF8D46C}" destId="{8D1AB4F3-CD25-4F46-BB55-D62C5888E7AE}" srcOrd="0" destOrd="0" parTransId="{BB1B6E78-C473-49A9-B40A-CFD1CA656E5C}" sibTransId="{B52EB8FA-154A-4634-890C-D09C5C8D2DE7}"/>
    <dgm:cxn modelId="{48D0E95D-1473-4193-B3C4-1AEBFEEEC6AC}" srcId="{1C246855-5C29-4D84-A796-1FABD10F908F}" destId="{94634DD5-C95C-48BE-AD4E-99714A4CFB91}" srcOrd="0" destOrd="0" parTransId="{F5E8075A-CB22-49D0-9513-81248CC6579F}" sibTransId="{62CB956F-64C1-4907-9B0A-911242198341}"/>
    <dgm:cxn modelId="{45A1BBFC-48F2-46FC-A186-3D14604B687F}" srcId="{43F8380C-EECA-48BA-9D0C-AD22403A400C}" destId="{B9BFBA82-2EFF-4B51-9AEE-70DF5FF8D46C}" srcOrd="1" destOrd="0" parTransId="{16088056-D71A-4C32-8986-6E3C6D3E303D}" sibTransId="{231A4B0F-B3C7-4161-BE5F-8DC9AC62A2CE}"/>
    <dgm:cxn modelId="{9F9E7A45-5120-44C2-9AD5-DE51BA1CF9F4}" type="presOf" srcId="{43F8380C-EECA-48BA-9D0C-AD22403A400C}" destId="{4C10B026-82D7-4356-BFC4-51F80D723E99}" srcOrd="0" destOrd="0" presId="urn:microsoft.com/office/officeart/2005/8/layout/vList5"/>
    <dgm:cxn modelId="{13AEF483-0B0F-4B5B-9E9A-D9DB419E81C0}" type="presOf" srcId="{94634DD5-C95C-48BE-AD4E-99714A4CFB91}" destId="{69393D0D-4DCE-4081-9A40-D20DA31BAC23}" srcOrd="0" destOrd="0" presId="urn:microsoft.com/office/officeart/2005/8/layout/vList5"/>
    <dgm:cxn modelId="{479C2E54-086E-4566-B453-FC0A152E6838}" type="presParOf" srcId="{4C10B026-82D7-4356-BFC4-51F80D723E99}" destId="{A8CEB7B5-8C8F-418F-A316-3FD4F094F1CC}" srcOrd="0" destOrd="0" presId="urn:microsoft.com/office/officeart/2005/8/layout/vList5"/>
    <dgm:cxn modelId="{1AD1B847-873B-43FE-B6D3-26040EA37302}" type="presParOf" srcId="{A8CEB7B5-8C8F-418F-A316-3FD4F094F1CC}" destId="{756A8C86-097F-4AF4-98BD-75E22F63114D}" srcOrd="0" destOrd="0" presId="urn:microsoft.com/office/officeart/2005/8/layout/vList5"/>
    <dgm:cxn modelId="{06822318-D056-468D-89CE-FA22A0D06143}" type="presParOf" srcId="{A8CEB7B5-8C8F-418F-A316-3FD4F094F1CC}" destId="{69393D0D-4DCE-4081-9A40-D20DA31BAC23}" srcOrd="1" destOrd="0" presId="urn:microsoft.com/office/officeart/2005/8/layout/vList5"/>
    <dgm:cxn modelId="{AE5BAAD8-BBF6-47C0-AE19-C639A0D711B0}" type="presParOf" srcId="{4C10B026-82D7-4356-BFC4-51F80D723E99}" destId="{AB913275-A42F-49A1-92D0-1505C0798E96}" srcOrd="1" destOrd="0" presId="urn:microsoft.com/office/officeart/2005/8/layout/vList5"/>
    <dgm:cxn modelId="{D423FEAF-12A4-4904-9E14-48C4B3A87FA5}" type="presParOf" srcId="{4C10B026-82D7-4356-BFC4-51F80D723E99}" destId="{AAEBF350-5137-4828-A74A-4C5E6911766D}" srcOrd="2" destOrd="0" presId="urn:microsoft.com/office/officeart/2005/8/layout/vList5"/>
    <dgm:cxn modelId="{A95C7DA4-5131-4A04-85D9-894D4120030C}" type="presParOf" srcId="{AAEBF350-5137-4828-A74A-4C5E6911766D}" destId="{F0FE0DEF-4CB6-4B3C-B64A-F80D00AA1524}" srcOrd="0" destOrd="0" presId="urn:microsoft.com/office/officeart/2005/8/layout/vList5"/>
    <dgm:cxn modelId="{C52E611A-B23C-4746-BD90-46DD888D840F}" type="presParOf" srcId="{AAEBF350-5137-4828-A74A-4C5E6911766D}" destId="{98AD6242-2D8B-426B-A96D-991027338934}" srcOrd="1" destOrd="0" presId="urn:microsoft.com/office/officeart/2005/8/layout/vList5"/>
    <dgm:cxn modelId="{044AD8DB-3CAA-4A16-8AB8-561A2FF4E0B2}" type="presParOf" srcId="{4C10B026-82D7-4356-BFC4-51F80D723E99}" destId="{7486ED36-CCC5-4212-AAF9-6A25973E2D3A}" srcOrd="3" destOrd="0" presId="urn:microsoft.com/office/officeart/2005/8/layout/vList5"/>
    <dgm:cxn modelId="{37318255-AF16-4DB4-B844-4D5DC75E1AE7}" type="presParOf" srcId="{4C10B026-82D7-4356-BFC4-51F80D723E99}" destId="{7B19D399-9B69-4C0B-9E3B-5AA573BE24ED}" srcOrd="4" destOrd="0" presId="urn:microsoft.com/office/officeart/2005/8/layout/vList5"/>
    <dgm:cxn modelId="{6F83907B-9C16-44DE-AA20-1A31CC51405B}" type="presParOf" srcId="{7B19D399-9B69-4C0B-9E3B-5AA573BE24ED}" destId="{A0559787-0D9F-42E3-B374-E200F3F7607D}" srcOrd="0" destOrd="0" presId="urn:microsoft.com/office/officeart/2005/8/layout/vList5"/>
    <dgm:cxn modelId="{BD022A19-6395-4B58-A334-AC3F2F31B86B}" type="presParOf" srcId="{7B19D399-9B69-4C0B-9E3B-5AA573BE24ED}" destId="{332124E9-FBC4-461B-9AE7-4E52A6BDB51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F8380C-EECA-48BA-9D0C-AD22403A400C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1C246855-5C29-4D84-A796-1FABD10F908F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 smtClean="0"/>
            <a:t>流动</a:t>
          </a:r>
          <a:endParaRPr lang="zh-CN" altLang="en-US" dirty="0"/>
        </a:p>
      </dgm:t>
    </dgm:pt>
    <dgm:pt modelId="{1BA720F1-E26B-4444-A177-1B8F795EA4F7}" type="parTrans" cxnId="{EDD48D66-69D6-453A-AB76-A35A017F0D6B}">
      <dgm:prSet/>
      <dgm:spPr/>
      <dgm:t>
        <a:bodyPr/>
        <a:lstStyle/>
        <a:p>
          <a:endParaRPr lang="zh-CN" altLang="en-US"/>
        </a:p>
      </dgm:t>
    </dgm:pt>
    <dgm:pt modelId="{7933784D-1AFD-4287-9A25-7F423636B7BF}" type="sibTrans" cxnId="{EDD48D66-69D6-453A-AB76-A35A017F0D6B}">
      <dgm:prSet/>
      <dgm:spPr/>
      <dgm:t>
        <a:bodyPr/>
        <a:lstStyle/>
        <a:p>
          <a:endParaRPr lang="zh-CN" altLang="en-US"/>
        </a:p>
      </dgm:t>
    </dgm:pt>
    <dgm:pt modelId="{94634DD5-C95C-48BE-AD4E-99714A4CFB91}">
      <dgm:prSet phldrT="[文本]" custT="1"/>
      <dgm:spPr/>
      <dgm:t>
        <a:bodyPr/>
        <a:lstStyle/>
        <a:p>
          <a:r>
            <a:rPr lang="zh-CN" altLang="en-US" sz="1800" dirty="0" smtClean="0"/>
            <a:t>换手率、近</a:t>
          </a:r>
          <a:r>
            <a:rPr lang="en-US" altLang="zh-CN" sz="1800" dirty="0" smtClean="0"/>
            <a:t>3</a:t>
          </a:r>
          <a:r>
            <a:rPr lang="zh-CN" altLang="en-US" sz="1800" dirty="0" smtClean="0"/>
            <a:t>月成交量、一个月成交金额</a:t>
          </a:r>
          <a:endParaRPr lang="zh-CN" altLang="en-US" sz="1800" dirty="0"/>
        </a:p>
      </dgm:t>
    </dgm:pt>
    <dgm:pt modelId="{F5E8075A-CB22-49D0-9513-81248CC6579F}" type="parTrans" cxnId="{48D0E95D-1473-4193-B3C4-1AEBFEEEC6AC}">
      <dgm:prSet/>
      <dgm:spPr/>
      <dgm:t>
        <a:bodyPr/>
        <a:lstStyle/>
        <a:p>
          <a:endParaRPr lang="zh-CN" altLang="en-US"/>
        </a:p>
      </dgm:t>
    </dgm:pt>
    <dgm:pt modelId="{62CB956F-64C1-4907-9B0A-911242198341}" type="sibTrans" cxnId="{48D0E95D-1473-4193-B3C4-1AEBFEEEC6AC}">
      <dgm:prSet/>
      <dgm:spPr/>
      <dgm:t>
        <a:bodyPr/>
        <a:lstStyle/>
        <a:p>
          <a:endParaRPr lang="zh-CN" altLang="en-US"/>
        </a:p>
      </dgm:t>
    </dgm:pt>
    <dgm:pt modelId="{B9BFBA82-2EFF-4B51-9AEE-70DF5FF8D46C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 smtClean="0"/>
            <a:t>技术</a:t>
          </a:r>
          <a:endParaRPr lang="zh-CN" altLang="en-US" dirty="0"/>
        </a:p>
      </dgm:t>
    </dgm:pt>
    <dgm:pt modelId="{16088056-D71A-4C32-8986-6E3C6D3E303D}" type="parTrans" cxnId="{45A1BBFC-48F2-46FC-A186-3D14604B687F}">
      <dgm:prSet/>
      <dgm:spPr/>
      <dgm:t>
        <a:bodyPr/>
        <a:lstStyle/>
        <a:p>
          <a:endParaRPr lang="zh-CN" altLang="en-US"/>
        </a:p>
      </dgm:t>
    </dgm:pt>
    <dgm:pt modelId="{231A4B0F-B3C7-4161-BE5F-8DC9AC62A2CE}" type="sibTrans" cxnId="{45A1BBFC-48F2-46FC-A186-3D14604B687F}">
      <dgm:prSet/>
      <dgm:spPr/>
      <dgm:t>
        <a:bodyPr/>
        <a:lstStyle/>
        <a:p>
          <a:endParaRPr lang="zh-CN" altLang="en-US"/>
        </a:p>
      </dgm:t>
    </dgm:pt>
    <dgm:pt modelId="{8D1AB4F3-CD25-4F46-BB55-D62C5888E7AE}">
      <dgm:prSet phldrT="[文本]" custT="1"/>
      <dgm:spPr/>
      <dgm:t>
        <a:bodyPr/>
        <a:lstStyle/>
        <a:p>
          <a:r>
            <a:rPr lang="en-US" altLang="zh-CN" sz="1800" dirty="0" smtClean="0"/>
            <a:t>1</a:t>
          </a:r>
          <a:r>
            <a:rPr lang="zh-CN" altLang="en-US" sz="1800" dirty="0" smtClean="0"/>
            <a:t>个月股价反转、</a:t>
          </a:r>
          <a:r>
            <a:rPr lang="en-US" altLang="zh-CN" sz="1800" dirty="0" smtClean="0"/>
            <a:t>3</a:t>
          </a:r>
          <a:r>
            <a:rPr lang="zh-CN" altLang="en-US" sz="1800" dirty="0" smtClean="0"/>
            <a:t>个月股价动量、</a:t>
          </a:r>
          <a:r>
            <a:rPr lang="en-US" altLang="zh-CN" sz="1800" dirty="0" smtClean="0"/>
            <a:t>6</a:t>
          </a:r>
          <a:r>
            <a:rPr lang="zh-CN" altLang="en-US" sz="1800" dirty="0" smtClean="0"/>
            <a:t>个月股价动量</a:t>
          </a:r>
          <a:endParaRPr lang="zh-CN" altLang="en-US" sz="1800" dirty="0"/>
        </a:p>
      </dgm:t>
    </dgm:pt>
    <dgm:pt modelId="{BB1B6E78-C473-49A9-B40A-CFD1CA656E5C}" type="parTrans" cxnId="{BCCC22BE-51F2-498F-8E05-9A87E64A1A42}">
      <dgm:prSet/>
      <dgm:spPr/>
      <dgm:t>
        <a:bodyPr/>
        <a:lstStyle/>
        <a:p>
          <a:endParaRPr lang="zh-CN" altLang="en-US"/>
        </a:p>
      </dgm:t>
    </dgm:pt>
    <dgm:pt modelId="{B52EB8FA-154A-4634-890C-D09C5C8D2DE7}" type="sibTrans" cxnId="{BCCC22BE-51F2-498F-8E05-9A87E64A1A42}">
      <dgm:prSet/>
      <dgm:spPr/>
      <dgm:t>
        <a:bodyPr/>
        <a:lstStyle/>
        <a:p>
          <a:endParaRPr lang="zh-CN" altLang="en-US"/>
        </a:p>
      </dgm:t>
    </dgm:pt>
    <dgm:pt modelId="{3C994028-04BD-4B9C-8F31-ACFE5CD791CB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 smtClean="0"/>
            <a:t>规模</a:t>
          </a:r>
          <a:endParaRPr lang="zh-CN" altLang="en-US" dirty="0"/>
        </a:p>
      </dgm:t>
    </dgm:pt>
    <dgm:pt modelId="{DABC0DEF-3CBE-41A7-9513-3EC9EAE0A953}" type="parTrans" cxnId="{2A1C6BCC-2A5F-46F9-BEB1-A16AF5FEA273}">
      <dgm:prSet/>
      <dgm:spPr/>
      <dgm:t>
        <a:bodyPr/>
        <a:lstStyle/>
        <a:p>
          <a:endParaRPr lang="zh-CN" altLang="en-US"/>
        </a:p>
      </dgm:t>
    </dgm:pt>
    <dgm:pt modelId="{F6759FB1-5DCA-4BEC-8322-57AFAA1E6097}" type="sibTrans" cxnId="{2A1C6BCC-2A5F-46F9-BEB1-A16AF5FEA273}">
      <dgm:prSet/>
      <dgm:spPr/>
      <dgm:t>
        <a:bodyPr/>
        <a:lstStyle/>
        <a:p>
          <a:endParaRPr lang="zh-CN" altLang="en-US"/>
        </a:p>
      </dgm:t>
    </dgm:pt>
    <dgm:pt modelId="{76A4EEA4-C98C-45C3-90E9-5461067F5ED8}">
      <dgm:prSet phldrT="[文本]" custT="1"/>
      <dgm:spPr/>
      <dgm:t>
        <a:bodyPr/>
        <a:lstStyle/>
        <a:p>
          <a:r>
            <a:rPr lang="zh-CN" altLang="en-US" sz="1800" dirty="0" smtClean="0"/>
            <a:t>流通市值、总资产</a:t>
          </a:r>
          <a:endParaRPr lang="zh-CN" altLang="en-US" sz="1800" dirty="0"/>
        </a:p>
      </dgm:t>
    </dgm:pt>
    <dgm:pt modelId="{65F74824-F916-4EDF-89CE-2E6BF646F35B}" type="sibTrans" cxnId="{2A50ACD0-94D4-4FD4-A86C-7F88705D5869}">
      <dgm:prSet/>
      <dgm:spPr/>
      <dgm:t>
        <a:bodyPr/>
        <a:lstStyle/>
        <a:p>
          <a:endParaRPr lang="zh-CN" altLang="en-US"/>
        </a:p>
      </dgm:t>
    </dgm:pt>
    <dgm:pt modelId="{C9669BAA-5053-41FB-BB09-49B37CDAE377}" type="parTrans" cxnId="{2A50ACD0-94D4-4FD4-A86C-7F88705D5869}">
      <dgm:prSet/>
      <dgm:spPr/>
      <dgm:t>
        <a:bodyPr/>
        <a:lstStyle/>
        <a:p>
          <a:endParaRPr lang="zh-CN" altLang="en-US"/>
        </a:p>
      </dgm:t>
    </dgm:pt>
    <dgm:pt modelId="{4C10B026-82D7-4356-BFC4-51F80D723E99}" type="pres">
      <dgm:prSet presAssocID="{43F8380C-EECA-48BA-9D0C-AD22403A400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8CEB7B5-8C8F-418F-A316-3FD4F094F1CC}" type="pres">
      <dgm:prSet presAssocID="{1C246855-5C29-4D84-A796-1FABD10F908F}" presName="linNode" presStyleCnt="0"/>
      <dgm:spPr/>
    </dgm:pt>
    <dgm:pt modelId="{756A8C86-097F-4AF4-98BD-75E22F63114D}" type="pres">
      <dgm:prSet presAssocID="{1C246855-5C29-4D84-A796-1FABD10F908F}" presName="parentText" presStyleLbl="node1" presStyleIdx="0" presStyleCnt="3" custScaleX="37869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93D0D-4DCE-4081-9A40-D20DA31BAC23}" type="pres">
      <dgm:prSet presAssocID="{1C246855-5C29-4D84-A796-1FABD10F908F}" presName="descendantText" presStyleLbl="alignAccFollowNode1" presStyleIdx="0" presStyleCnt="3" custScaleX="13061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B913275-A42F-49A1-92D0-1505C0798E96}" type="pres">
      <dgm:prSet presAssocID="{7933784D-1AFD-4287-9A25-7F423636B7BF}" presName="sp" presStyleCnt="0"/>
      <dgm:spPr/>
    </dgm:pt>
    <dgm:pt modelId="{AAEBF350-5137-4828-A74A-4C5E6911766D}" type="pres">
      <dgm:prSet presAssocID="{B9BFBA82-2EFF-4B51-9AEE-70DF5FF8D46C}" presName="linNode" presStyleCnt="0"/>
      <dgm:spPr/>
    </dgm:pt>
    <dgm:pt modelId="{F0FE0DEF-4CB6-4B3C-B64A-F80D00AA1524}" type="pres">
      <dgm:prSet presAssocID="{B9BFBA82-2EFF-4B51-9AEE-70DF5FF8D46C}" presName="parentText" presStyleLbl="node1" presStyleIdx="1" presStyleCnt="3" custScaleX="3816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8AD6242-2D8B-426B-A96D-991027338934}" type="pres">
      <dgm:prSet presAssocID="{B9BFBA82-2EFF-4B51-9AEE-70DF5FF8D46C}" presName="descendantText" presStyleLbl="alignAccFollowNode1" presStyleIdx="1" presStyleCnt="3" custScaleX="13043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486ED36-CCC5-4212-AAF9-6A25973E2D3A}" type="pres">
      <dgm:prSet presAssocID="{231A4B0F-B3C7-4161-BE5F-8DC9AC62A2CE}" presName="sp" presStyleCnt="0"/>
      <dgm:spPr/>
    </dgm:pt>
    <dgm:pt modelId="{7B19D399-9B69-4C0B-9E3B-5AA573BE24ED}" type="pres">
      <dgm:prSet presAssocID="{3C994028-04BD-4B9C-8F31-ACFE5CD791CB}" presName="linNode" presStyleCnt="0"/>
      <dgm:spPr/>
    </dgm:pt>
    <dgm:pt modelId="{A0559787-0D9F-42E3-B374-E200F3F7607D}" type="pres">
      <dgm:prSet presAssocID="{3C994028-04BD-4B9C-8F31-ACFE5CD791CB}" presName="parentText" presStyleLbl="node1" presStyleIdx="2" presStyleCnt="3" custScaleX="3816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2124E9-FBC4-461B-9AE7-4E52A6BDB512}" type="pres">
      <dgm:prSet presAssocID="{3C994028-04BD-4B9C-8F31-ACFE5CD791CB}" presName="descendantText" presStyleLbl="alignAccFollowNode1" presStyleIdx="2" presStyleCnt="3" custScaleX="12989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D48D66-69D6-453A-AB76-A35A017F0D6B}" srcId="{43F8380C-EECA-48BA-9D0C-AD22403A400C}" destId="{1C246855-5C29-4D84-A796-1FABD10F908F}" srcOrd="0" destOrd="0" parTransId="{1BA720F1-E26B-4444-A177-1B8F795EA4F7}" sibTransId="{7933784D-1AFD-4287-9A25-7F423636B7BF}"/>
    <dgm:cxn modelId="{2A1C6BCC-2A5F-46F9-BEB1-A16AF5FEA273}" srcId="{43F8380C-EECA-48BA-9D0C-AD22403A400C}" destId="{3C994028-04BD-4B9C-8F31-ACFE5CD791CB}" srcOrd="2" destOrd="0" parTransId="{DABC0DEF-3CBE-41A7-9513-3EC9EAE0A953}" sibTransId="{F6759FB1-5DCA-4BEC-8322-57AFAA1E6097}"/>
    <dgm:cxn modelId="{2A50ACD0-94D4-4FD4-A86C-7F88705D5869}" srcId="{3C994028-04BD-4B9C-8F31-ACFE5CD791CB}" destId="{76A4EEA4-C98C-45C3-90E9-5461067F5ED8}" srcOrd="0" destOrd="0" parTransId="{C9669BAA-5053-41FB-BB09-49B37CDAE377}" sibTransId="{65F74824-F916-4EDF-89CE-2E6BF646F35B}"/>
    <dgm:cxn modelId="{43DF053A-529B-4F16-B161-2DE54CF28B1C}" type="presOf" srcId="{94634DD5-C95C-48BE-AD4E-99714A4CFB91}" destId="{69393D0D-4DCE-4081-9A40-D20DA31BAC23}" srcOrd="0" destOrd="0" presId="urn:microsoft.com/office/officeart/2005/8/layout/vList5"/>
    <dgm:cxn modelId="{8B28267B-3470-4D88-8756-EC48959DE820}" type="presOf" srcId="{3C994028-04BD-4B9C-8F31-ACFE5CD791CB}" destId="{A0559787-0D9F-42E3-B374-E200F3F7607D}" srcOrd="0" destOrd="0" presId="urn:microsoft.com/office/officeart/2005/8/layout/vList5"/>
    <dgm:cxn modelId="{BCCC22BE-51F2-498F-8E05-9A87E64A1A42}" srcId="{B9BFBA82-2EFF-4B51-9AEE-70DF5FF8D46C}" destId="{8D1AB4F3-CD25-4F46-BB55-D62C5888E7AE}" srcOrd="0" destOrd="0" parTransId="{BB1B6E78-C473-49A9-B40A-CFD1CA656E5C}" sibTransId="{B52EB8FA-154A-4634-890C-D09C5C8D2DE7}"/>
    <dgm:cxn modelId="{48D0E95D-1473-4193-B3C4-1AEBFEEEC6AC}" srcId="{1C246855-5C29-4D84-A796-1FABD10F908F}" destId="{94634DD5-C95C-48BE-AD4E-99714A4CFB91}" srcOrd="0" destOrd="0" parTransId="{F5E8075A-CB22-49D0-9513-81248CC6579F}" sibTransId="{62CB956F-64C1-4907-9B0A-911242198341}"/>
    <dgm:cxn modelId="{45A1BBFC-48F2-46FC-A186-3D14604B687F}" srcId="{43F8380C-EECA-48BA-9D0C-AD22403A400C}" destId="{B9BFBA82-2EFF-4B51-9AEE-70DF5FF8D46C}" srcOrd="1" destOrd="0" parTransId="{16088056-D71A-4C32-8986-6E3C6D3E303D}" sibTransId="{231A4B0F-B3C7-4161-BE5F-8DC9AC62A2CE}"/>
    <dgm:cxn modelId="{DCA76D81-BDF4-43DA-B545-2D5E43ADA89A}" type="presOf" srcId="{43F8380C-EECA-48BA-9D0C-AD22403A400C}" destId="{4C10B026-82D7-4356-BFC4-51F80D723E99}" srcOrd="0" destOrd="0" presId="urn:microsoft.com/office/officeart/2005/8/layout/vList5"/>
    <dgm:cxn modelId="{1709C748-6181-4486-A737-0DB904A1A301}" type="presOf" srcId="{B9BFBA82-2EFF-4B51-9AEE-70DF5FF8D46C}" destId="{F0FE0DEF-4CB6-4B3C-B64A-F80D00AA1524}" srcOrd="0" destOrd="0" presId="urn:microsoft.com/office/officeart/2005/8/layout/vList5"/>
    <dgm:cxn modelId="{30A55B88-AE0F-4DF5-9D73-6A7561002412}" type="presOf" srcId="{1C246855-5C29-4D84-A796-1FABD10F908F}" destId="{756A8C86-097F-4AF4-98BD-75E22F63114D}" srcOrd="0" destOrd="0" presId="urn:microsoft.com/office/officeart/2005/8/layout/vList5"/>
    <dgm:cxn modelId="{05E30FEC-4C23-42ED-8726-9AA5B5527E2A}" type="presOf" srcId="{76A4EEA4-C98C-45C3-90E9-5461067F5ED8}" destId="{332124E9-FBC4-461B-9AE7-4E52A6BDB512}" srcOrd="0" destOrd="0" presId="urn:microsoft.com/office/officeart/2005/8/layout/vList5"/>
    <dgm:cxn modelId="{94062FF7-E801-4C79-BE08-03486668FE23}" type="presOf" srcId="{8D1AB4F3-CD25-4F46-BB55-D62C5888E7AE}" destId="{98AD6242-2D8B-426B-A96D-991027338934}" srcOrd="0" destOrd="0" presId="urn:microsoft.com/office/officeart/2005/8/layout/vList5"/>
    <dgm:cxn modelId="{5570D6C7-1ED2-4602-8BD0-BE77F7322EA1}" type="presParOf" srcId="{4C10B026-82D7-4356-BFC4-51F80D723E99}" destId="{A8CEB7B5-8C8F-418F-A316-3FD4F094F1CC}" srcOrd="0" destOrd="0" presId="urn:microsoft.com/office/officeart/2005/8/layout/vList5"/>
    <dgm:cxn modelId="{276AAD99-2BE8-4A6E-BF7E-91C2F3C3C571}" type="presParOf" srcId="{A8CEB7B5-8C8F-418F-A316-3FD4F094F1CC}" destId="{756A8C86-097F-4AF4-98BD-75E22F63114D}" srcOrd="0" destOrd="0" presId="urn:microsoft.com/office/officeart/2005/8/layout/vList5"/>
    <dgm:cxn modelId="{B9B0A313-0BA1-40BA-B5FF-19F68FDB565A}" type="presParOf" srcId="{A8CEB7B5-8C8F-418F-A316-3FD4F094F1CC}" destId="{69393D0D-4DCE-4081-9A40-D20DA31BAC23}" srcOrd="1" destOrd="0" presId="urn:microsoft.com/office/officeart/2005/8/layout/vList5"/>
    <dgm:cxn modelId="{E7B703E4-C21E-4B2F-9B98-772E97B2402F}" type="presParOf" srcId="{4C10B026-82D7-4356-BFC4-51F80D723E99}" destId="{AB913275-A42F-49A1-92D0-1505C0798E96}" srcOrd="1" destOrd="0" presId="urn:microsoft.com/office/officeart/2005/8/layout/vList5"/>
    <dgm:cxn modelId="{BDF379C7-8B65-43DD-BADD-8743B3DE4C67}" type="presParOf" srcId="{4C10B026-82D7-4356-BFC4-51F80D723E99}" destId="{AAEBF350-5137-4828-A74A-4C5E6911766D}" srcOrd="2" destOrd="0" presId="urn:microsoft.com/office/officeart/2005/8/layout/vList5"/>
    <dgm:cxn modelId="{6898757B-121D-4AB2-AF92-E8A546C96046}" type="presParOf" srcId="{AAEBF350-5137-4828-A74A-4C5E6911766D}" destId="{F0FE0DEF-4CB6-4B3C-B64A-F80D00AA1524}" srcOrd="0" destOrd="0" presId="urn:microsoft.com/office/officeart/2005/8/layout/vList5"/>
    <dgm:cxn modelId="{08525F6E-2E2B-47F1-9EAA-9832089393FB}" type="presParOf" srcId="{AAEBF350-5137-4828-A74A-4C5E6911766D}" destId="{98AD6242-2D8B-426B-A96D-991027338934}" srcOrd="1" destOrd="0" presId="urn:microsoft.com/office/officeart/2005/8/layout/vList5"/>
    <dgm:cxn modelId="{D43B17E9-DEB7-4AAD-984A-6613C559A80B}" type="presParOf" srcId="{4C10B026-82D7-4356-BFC4-51F80D723E99}" destId="{7486ED36-CCC5-4212-AAF9-6A25973E2D3A}" srcOrd="3" destOrd="0" presId="urn:microsoft.com/office/officeart/2005/8/layout/vList5"/>
    <dgm:cxn modelId="{FA1B514E-FCB8-4FFC-9383-A5FD836AC0D6}" type="presParOf" srcId="{4C10B026-82D7-4356-BFC4-51F80D723E99}" destId="{7B19D399-9B69-4C0B-9E3B-5AA573BE24ED}" srcOrd="4" destOrd="0" presId="urn:microsoft.com/office/officeart/2005/8/layout/vList5"/>
    <dgm:cxn modelId="{0BE9BBA0-A6C1-4753-A189-A1EAEB48B29B}" type="presParOf" srcId="{7B19D399-9B69-4C0B-9E3B-5AA573BE24ED}" destId="{A0559787-0D9F-42E3-B374-E200F3F7607D}" srcOrd="0" destOrd="0" presId="urn:microsoft.com/office/officeart/2005/8/layout/vList5"/>
    <dgm:cxn modelId="{96EAD6AA-8C3D-4650-B144-D6DBFE6CED04}" type="presParOf" srcId="{7B19D399-9B69-4C0B-9E3B-5AA573BE24ED}" destId="{332124E9-FBC4-461B-9AE7-4E52A6BDB51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F8380C-EECA-48BA-9D0C-AD22403A400C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1C246855-5C29-4D84-A796-1FABD10F908F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 smtClean="0"/>
            <a:t>估值</a:t>
          </a:r>
          <a:endParaRPr lang="zh-CN" altLang="en-US" dirty="0"/>
        </a:p>
      </dgm:t>
    </dgm:pt>
    <dgm:pt modelId="{1BA720F1-E26B-4444-A177-1B8F795EA4F7}" type="parTrans" cxnId="{EDD48D66-69D6-453A-AB76-A35A017F0D6B}">
      <dgm:prSet/>
      <dgm:spPr/>
      <dgm:t>
        <a:bodyPr/>
        <a:lstStyle/>
        <a:p>
          <a:endParaRPr lang="zh-CN" altLang="en-US"/>
        </a:p>
      </dgm:t>
    </dgm:pt>
    <dgm:pt modelId="{7933784D-1AFD-4287-9A25-7F423636B7BF}" type="sibTrans" cxnId="{EDD48D66-69D6-453A-AB76-A35A017F0D6B}">
      <dgm:prSet/>
      <dgm:spPr/>
      <dgm:t>
        <a:bodyPr/>
        <a:lstStyle/>
        <a:p>
          <a:endParaRPr lang="zh-CN" altLang="en-US"/>
        </a:p>
      </dgm:t>
    </dgm:pt>
    <dgm:pt modelId="{94634DD5-C95C-48BE-AD4E-99714A4CFB91}">
      <dgm:prSet phldrT="[文本]" custT="1"/>
      <dgm:spPr/>
      <dgm:t>
        <a:bodyPr/>
        <a:lstStyle/>
        <a:p>
          <a:r>
            <a:rPr lang="en-US" altLang="zh-CN" sz="1800" dirty="0" smtClean="0"/>
            <a:t>CFP</a:t>
          </a:r>
          <a:r>
            <a:rPr lang="zh-CN" altLang="en-US" sz="1800" dirty="0" smtClean="0"/>
            <a:t>、</a:t>
          </a:r>
          <a:r>
            <a:rPr lang="en-US" altLang="zh-CN" sz="1800" dirty="0" smtClean="0"/>
            <a:t>EP</a:t>
          </a:r>
          <a:r>
            <a:rPr lang="zh-CN" altLang="en-US" sz="1800" dirty="0" smtClean="0"/>
            <a:t>、</a:t>
          </a:r>
          <a:r>
            <a:rPr lang="en-US" altLang="zh-CN" sz="1800" dirty="0" smtClean="0"/>
            <a:t>BP</a:t>
          </a:r>
          <a:r>
            <a:rPr lang="zh-CN" altLang="en-US" sz="1800" dirty="0" smtClean="0"/>
            <a:t>、</a:t>
          </a:r>
          <a:r>
            <a:rPr lang="en-US" altLang="zh-CN" sz="1800" dirty="0" smtClean="0"/>
            <a:t>SP</a:t>
          </a:r>
          <a:r>
            <a:rPr lang="zh-CN" altLang="en-US" sz="1800" dirty="0" smtClean="0"/>
            <a:t>、每股派息</a:t>
          </a:r>
          <a:r>
            <a:rPr lang="en-US" altLang="zh-CN" sz="1800" dirty="0" smtClean="0"/>
            <a:t>/</a:t>
          </a:r>
          <a:r>
            <a:rPr lang="zh-CN" altLang="en-US" sz="1800" dirty="0" smtClean="0"/>
            <a:t>股价</a:t>
          </a:r>
          <a:endParaRPr lang="zh-CN" altLang="en-US" sz="1800" dirty="0"/>
        </a:p>
      </dgm:t>
    </dgm:pt>
    <dgm:pt modelId="{F5E8075A-CB22-49D0-9513-81248CC6579F}" type="parTrans" cxnId="{48D0E95D-1473-4193-B3C4-1AEBFEEEC6AC}">
      <dgm:prSet/>
      <dgm:spPr/>
      <dgm:t>
        <a:bodyPr/>
        <a:lstStyle/>
        <a:p>
          <a:endParaRPr lang="zh-CN" altLang="en-US"/>
        </a:p>
      </dgm:t>
    </dgm:pt>
    <dgm:pt modelId="{62CB956F-64C1-4907-9B0A-911242198341}" type="sibTrans" cxnId="{48D0E95D-1473-4193-B3C4-1AEBFEEEC6AC}">
      <dgm:prSet/>
      <dgm:spPr/>
      <dgm:t>
        <a:bodyPr/>
        <a:lstStyle/>
        <a:p>
          <a:endParaRPr lang="zh-CN" altLang="en-US"/>
        </a:p>
      </dgm:t>
    </dgm:pt>
    <dgm:pt modelId="{B9BFBA82-2EFF-4B51-9AEE-70DF5FF8D46C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 smtClean="0"/>
            <a:t>质量</a:t>
          </a:r>
          <a:endParaRPr lang="zh-CN" altLang="en-US" dirty="0"/>
        </a:p>
      </dgm:t>
    </dgm:pt>
    <dgm:pt modelId="{16088056-D71A-4C32-8986-6E3C6D3E303D}" type="parTrans" cxnId="{45A1BBFC-48F2-46FC-A186-3D14604B687F}">
      <dgm:prSet/>
      <dgm:spPr/>
      <dgm:t>
        <a:bodyPr/>
        <a:lstStyle/>
        <a:p>
          <a:endParaRPr lang="zh-CN" altLang="en-US"/>
        </a:p>
      </dgm:t>
    </dgm:pt>
    <dgm:pt modelId="{231A4B0F-B3C7-4161-BE5F-8DC9AC62A2CE}" type="sibTrans" cxnId="{45A1BBFC-48F2-46FC-A186-3D14604B687F}">
      <dgm:prSet/>
      <dgm:spPr/>
      <dgm:t>
        <a:bodyPr/>
        <a:lstStyle/>
        <a:p>
          <a:endParaRPr lang="zh-CN" altLang="en-US"/>
        </a:p>
      </dgm:t>
    </dgm:pt>
    <dgm:pt modelId="{8D1AB4F3-CD25-4F46-BB55-D62C5888E7AE}">
      <dgm:prSet phldrT="[文本]" custT="1"/>
      <dgm:spPr/>
      <dgm:t>
        <a:bodyPr/>
        <a:lstStyle/>
        <a:p>
          <a:r>
            <a:rPr lang="zh-CN" altLang="en-US" sz="1800" dirty="0" smtClean="0"/>
            <a:t>存货周转率、流动负债比、营业费用占比、财务费用占比等。。</a:t>
          </a:r>
          <a:endParaRPr lang="zh-CN" altLang="en-US" sz="1800" dirty="0"/>
        </a:p>
      </dgm:t>
    </dgm:pt>
    <dgm:pt modelId="{BB1B6E78-C473-49A9-B40A-CFD1CA656E5C}" type="parTrans" cxnId="{BCCC22BE-51F2-498F-8E05-9A87E64A1A42}">
      <dgm:prSet/>
      <dgm:spPr/>
      <dgm:t>
        <a:bodyPr/>
        <a:lstStyle/>
        <a:p>
          <a:endParaRPr lang="zh-CN" altLang="en-US"/>
        </a:p>
      </dgm:t>
    </dgm:pt>
    <dgm:pt modelId="{B52EB8FA-154A-4634-890C-D09C5C8D2DE7}" type="sibTrans" cxnId="{BCCC22BE-51F2-498F-8E05-9A87E64A1A42}">
      <dgm:prSet/>
      <dgm:spPr/>
      <dgm:t>
        <a:bodyPr/>
        <a:lstStyle/>
        <a:p>
          <a:endParaRPr lang="zh-CN" altLang="en-US"/>
        </a:p>
      </dgm:t>
    </dgm:pt>
    <dgm:pt modelId="{4C10B026-82D7-4356-BFC4-51F80D723E99}" type="pres">
      <dgm:prSet presAssocID="{43F8380C-EECA-48BA-9D0C-AD22403A400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8CEB7B5-8C8F-418F-A316-3FD4F094F1CC}" type="pres">
      <dgm:prSet presAssocID="{1C246855-5C29-4D84-A796-1FABD10F908F}" presName="linNode" presStyleCnt="0"/>
      <dgm:spPr/>
    </dgm:pt>
    <dgm:pt modelId="{756A8C86-097F-4AF4-98BD-75E22F63114D}" type="pres">
      <dgm:prSet presAssocID="{1C246855-5C29-4D84-A796-1FABD10F908F}" presName="parentText" presStyleLbl="node1" presStyleIdx="0" presStyleCnt="2" custScaleX="37869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93D0D-4DCE-4081-9A40-D20DA31BAC23}" type="pres">
      <dgm:prSet presAssocID="{1C246855-5C29-4D84-A796-1FABD10F908F}" presName="descendantText" presStyleLbl="alignAccFollowNode1" presStyleIdx="0" presStyleCnt="2" custScaleX="13061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B913275-A42F-49A1-92D0-1505C0798E96}" type="pres">
      <dgm:prSet presAssocID="{7933784D-1AFD-4287-9A25-7F423636B7BF}" presName="sp" presStyleCnt="0"/>
      <dgm:spPr/>
    </dgm:pt>
    <dgm:pt modelId="{AAEBF350-5137-4828-A74A-4C5E6911766D}" type="pres">
      <dgm:prSet presAssocID="{B9BFBA82-2EFF-4B51-9AEE-70DF5FF8D46C}" presName="linNode" presStyleCnt="0"/>
      <dgm:spPr/>
    </dgm:pt>
    <dgm:pt modelId="{F0FE0DEF-4CB6-4B3C-B64A-F80D00AA1524}" type="pres">
      <dgm:prSet presAssocID="{B9BFBA82-2EFF-4B51-9AEE-70DF5FF8D46C}" presName="parentText" presStyleLbl="node1" presStyleIdx="1" presStyleCnt="2" custScaleX="3816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8AD6242-2D8B-426B-A96D-991027338934}" type="pres">
      <dgm:prSet presAssocID="{B9BFBA82-2EFF-4B51-9AEE-70DF5FF8D46C}" presName="descendantText" presStyleLbl="alignAccFollowNode1" presStyleIdx="1" presStyleCnt="2" custScaleX="13043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D48D66-69D6-453A-AB76-A35A017F0D6B}" srcId="{43F8380C-EECA-48BA-9D0C-AD22403A400C}" destId="{1C246855-5C29-4D84-A796-1FABD10F908F}" srcOrd="0" destOrd="0" parTransId="{1BA720F1-E26B-4444-A177-1B8F795EA4F7}" sibTransId="{7933784D-1AFD-4287-9A25-7F423636B7BF}"/>
    <dgm:cxn modelId="{BCCC22BE-51F2-498F-8E05-9A87E64A1A42}" srcId="{B9BFBA82-2EFF-4B51-9AEE-70DF5FF8D46C}" destId="{8D1AB4F3-CD25-4F46-BB55-D62C5888E7AE}" srcOrd="0" destOrd="0" parTransId="{BB1B6E78-C473-49A9-B40A-CFD1CA656E5C}" sibTransId="{B52EB8FA-154A-4634-890C-D09C5C8D2DE7}"/>
    <dgm:cxn modelId="{812F57FF-54DD-41BF-921A-77C68A6F0403}" type="presOf" srcId="{43F8380C-EECA-48BA-9D0C-AD22403A400C}" destId="{4C10B026-82D7-4356-BFC4-51F80D723E99}" srcOrd="0" destOrd="0" presId="urn:microsoft.com/office/officeart/2005/8/layout/vList5"/>
    <dgm:cxn modelId="{48D0E95D-1473-4193-B3C4-1AEBFEEEC6AC}" srcId="{1C246855-5C29-4D84-A796-1FABD10F908F}" destId="{94634DD5-C95C-48BE-AD4E-99714A4CFB91}" srcOrd="0" destOrd="0" parTransId="{F5E8075A-CB22-49D0-9513-81248CC6579F}" sibTransId="{62CB956F-64C1-4907-9B0A-911242198341}"/>
    <dgm:cxn modelId="{45A1BBFC-48F2-46FC-A186-3D14604B687F}" srcId="{43F8380C-EECA-48BA-9D0C-AD22403A400C}" destId="{B9BFBA82-2EFF-4B51-9AEE-70DF5FF8D46C}" srcOrd="1" destOrd="0" parTransId="{16088056-D71A-4C32-8986-6E3C6D3E303D}" sibTransId="{231A4B0F-B3C7-4161-BE5F-8DC9AC62A2CE}"/>
    <dgm:cxn modelId="{37BD1C78-97EE-4823-AD98-068F291B40B1}" type="presOf" srcId="{1C246855-5C29-4D84-A796-1FABD10F908F}" destId="{756A8C86-097F-4AF4-98BD-75E22F63114D}" srcOrd="0" destOrd="0" presId="urn:microsoft.com/office/officeart/2005/8/layout/vList5"/>
    <dgm:cxn modelId="{8026D372-3348-4324-B29A-DC7091589659}" type="presOf" srcId="{94634DD5-C95C-48BE-AD4E-99714A4CFB91}" destId="{69393D0D-4DCE-4081-9A40-D20DA31BAC23}" srcOrd="0" destOrd="0" presId="urn:microsoft.com/office/officeart/2005/8/layout/vList5"/>
    <dgm:cxn modelId="{2F141264-D174-4AD5-ADC1-46C9B2CF6389}" type="presOf" srcId="{8D1AB4F3-CD25-4F46-BB55-D62C5888E7AE}" destId="{98AD6242-2D8B-426B-A96D-991027338934}" srcOrd="0" destOrd="0" presId="urn:microsoft.com/office/officeart/2005/8/layout/vList5"/>
    <dgm:cxn modelId="{E5224526-5159-49BD-A26E-44BCD8668A92}" type="presOf" srcId="{B9BFBA82-2EFF-4B51-9AEE-70DF5FF8D46C}" destId="{F0FE0DEF-4CB6-4B3C-B64A-F80D00AA1524}" srcOrd="0" destOrd="0" presId="urn:microsoft.com/office/officeart/2005/8/layout/vList5"/>
    <dgm:cxn modelId="{DE5299CA-9966-4770-8D69-2DD1769C24E8}" type="presParOf" srcId="{4C10B026-82D7-4356-BFC4-51F80D723E99}" destId="{A8CEB7B5-8C8F-418F-A316-3FD4F094F1CC}" srcOrd="0" destOrd="0" presId="urn:microsoft.com/office/officeart/2005/8/layout/vList5"/>
    <dgm:cxn modelId="{FFD2C724-6A70-44C4-B909-9293B37193AC}" type="presParOf" srcId="{A8CEB7B5-8C8F-418F-A316-3FD4F094F1CC}" destId="{756A8C86-097F-4AF4-98BD-75E22F63114D}" srcOrd="0" destOrd="0" presId="urn:microsoft.com/office/officeart/2005/8/layout/vList5"/>
    <dgm:cxn modelId="{22DF6D2D-8FC2-417E-B8BB-7B5FBC84AD7D}" type="presParOf" srcId="{A8CEB7B5-8C8F-418F-A316-3FD4F094F1CC}" destId="{69393D0D-4DCE-4081-9A40-D20DA31BAC23}" srcOrd="1" destOrd="0" presId="urn:microsoft.com/office/officeart/2005/8/layout/vList5"/>
    <dgm:cxn modelId="{06C3AF3D-8708-4AA8-B699-6DBD74B6D256}" type="presParOf" srcId="{4C10B026-82D7-4356-BFC4-51F80D723E99}" destId="{AB913275-A42F-49A1-92D0-1505C0798E96}" srcOrd="1" destOrd="0" presId="urn:microsoft.com/office/officeart/2005/8/layout/vList5"/>
    <dgm:cxn modelId="{2D2A48B9-E1F8-4893-98CF-9D686C7A86C1}" type="presParOf" srcId="{4C10B026-82D7-4356-BFC4-51F80D723E99}" destId="{AAEBF350-5137-4828-A74A-4C5E6911766D}" srcOrd="2" destOrd="0" presId="urn:microsoft.com/office/officeart/2005/8/layout/vList5"/>
    <dgm:cxn modelId="{556627EC-6B87-4FEF-B8DC-AEC402AEA6A2}" type="presParOf" srcId="{AAEBF350-5137-4828-A74A-4C5E6911766D}" destId="{F0FE0DEF-4CB6-4B3C-B64A-F80D00AA1524}" srcOrd="0" destOrd="0" presId="urn:microsoft.com/office/officeart/2005/8/layout/vList5"/>
    <dgm:cxn modelId="{B49785F6-D4AF-4A5E-8DC8-17B062E45F5D}" type="presParOf" srcId="{AAEBF350-5137-4828-A74A-4C5E6911766D}" destId="{98AD6242-2D8B-426B-A96D-99102733893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1800" b="1" dirty="0" smtClean="0">
              <a:latin typeface="宋体" pitchFamily="2" charset="-122"/>
              <a:ea typeface="宋体" pitchFamily="2" charset="-122"/>
            </a:rPr>
            <a:t>     准则</a:t>
          </a:r>
          <a:endParaRPr lang="zh-CN" altLang="en-US" sz="1800" b="1" dirty="0">
            <a:latin typeface="宋体" pitchFamily="2" charset="-122"/>
            <a:ea typeface="宋体" pitchFamily="2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66D74B46-5F1B-4E94-96B4-8C4ADEB882F7}">
      <dgm:prSet custT="1"/>
      <dgm:spPr/>
      <dgm:t>
        <a:bodyPr/>
        <a:lstStyle/>
        <a:p>
          <a:endParaRPr lang="zh-CN" altLang="en-US" sz="2000" dirty="0"/>
        </a:p>
      </dgm:t>
    </dgm:pt>
    <dgm:pt modelId="{39E9AC51-E57F-4E8E-A370-BEF5031E7967}" type="parTrans" cxnId="{725DFCC7-9A6F-48E2-89F8-FC4198B0CD19}">
      <dgm:prSet/>
      <dgm:spPr/>
      <dgm:t>
        <a:bodyPr/>
        <a:lstStyle/>
        <a:p>
          <a:endParaRPr lang="zh-CN" altLang="en-US"/>
        </a:p>
      </dgm:t>
    </dgm:pt>
    <dgm:pt modelId="{9C8FA464-025D-43AC-8718-D35836AFE823}" type="sibTrans" cxnId="{725DFCC7-9A6F-48E2-89F8-FC4198B0CD19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34717" custScaleY="20178" custLinFactX="38868" custLinFactNeighborX="100000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83827" custLinFactNeighborX="493" custLinFactNeighborY="274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C6548C9-D898-4183-B199-A8D78E16D535}" type="presOf" srcId="{C253B0E8-10AA-4B20-9118-F9A0A4715E2C}" destId="{1F98B25F-4277-4FE9-A32F-FB0B8790829A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0D22681A-6A5E-4577-83FB-AEF144CA1D76}" type="presOf" srcId="{931EC4EF-E2AD-4241-AB06-315D19113FC2}" destId="{2559698C-F55E-49FB-9DCF-2D3943FF4CBD}" srcOrd="0" destOrd="0" presId="urn:microsoft.com/office/officeart/2005/8/layout/list1"/>
    <dgm:cxn modelId="{5A1EBA42-9208-47FA-A077-85FB23794354}" type="presOf" srcId="{66D74B46-5F1B-4E94-96B4-8C4ADEB882F7}" destId="{D21AA7C4-DA1E-473A-88C3-58BC551E6B40}" srcOrd="0" destOrd="0" presId="urn:microsoft.com/office/officeart/2005/8/layout/list1"/>
    <dgm:cxn modelId="{B629D128-51CA-4882-91E2-58E33FC75ECA}" type="presOf" srcId="{C253B0E8-10AA-4B20-9118-F9A0A4715E2C}" destId="{E15EE69B-9568-4F48-9D21-3417A6EB2DC4}" srcOrd="1" destOrd="0" presId="urn:microsoft.com/office/officeart/2005/8/layout/list1"/>
    <dgm:cxn modelId="{725DFCC7-9A6F-48E2-89F8-FC4198B0CD19}" srcId="{C253B0E8-10AA-4B20-9118-F9A0A4715E2C}" destId="{66D74B46-5F1B-4E94-96B4-8C4ADEB882F7}" srcOrd="0" destOrd="0" parTransId="{39E9AC51-E57F-4E8E-A370-BEF5031E7967}" sibTransId="{9C8FA464-025D-43AC-8718-D35836AFE823}"/>
    <dgm:cxn modelId="{CF616060-C614-464A-880F-42E4E0533D5B}" type="presParOf" srcId="{2559698C-F55E-49FB-9DCF-2D3943FF4CBD}" destId="{513FD888-ACF5-49F5-A759-161ED53DFD31}" srcOrd="0" destOrd="0" presId="urn:microsoft.com/office/officeart/2005/8/layout/list1"/>
    <dgm:cxn modelId="{E481DBE6-B123-4DA8-A67E-A09A62035AC2}" type="presParOf" srcId="{513FD888-ACF5-49F5-A759-161ED53DFD31}" destId="{1F98B25F-4277-4FE9-A32F-FB0B8790829A}" srcOrd="0" destOrd="0" presId="urn:microsoft.com/office/officeart/2005/8/layout/list1"/>
    <dgm:cxn modelId="{AF721997-31A4-4C31-8D4D-56BD85B9A57C}" type="presParOf" srcId="{513FD888-ACF5-49F5-A759-161ED53DFD31}" destId="{E15EE69B-9568-4F48-9D21-3417A6EB2DC4}" srcOrd="1" destOrd="0" presId="urn:microsoft.com/office/officeart/2005/8/layout/list1"/>
    <dgm:cxn modelId="{EEE24C7F-42DB-4410-83C5-E047AEF2C9A5}" type="presParOf" srcId="{2559698C-F55E-49FB-9DCF-2D3943FF4CBD}" destId="{291190EF-A873-44FD-890A-8068418C0F46}" srcOrd="1" destOrd="0" presId="urn:microsoft.com/office/officeart/2005/8/layout/list1"/>
    <dgm:cxn modelId="{20D8874B-A347-4266-8D90-8894ECB7B52C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2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7D4B85F-9547-49F5-893E-1F726971BD7E}" type="doc">
      <dgm:prSet loTypeId="urn:microsoft.com/office/officeart/2005/8/layout/hProcess6" loCatId="process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90B680F0-D727-4B2D-A566-CBEC0BFACD74}">
      <dgm:prSet phldrT="[文本]"/>
      <dgm:spPr/>
      <dgm:t>
        <a:bodyPr/>
        <a:lstStyle/>
        <a:p>
          <a:r>
            <a:rPr lang="zh-CN" altLang="en-US" dirty="0" smtClean="0"/>
            <a:t>农林牧渔</a:t>
          </a:r>
          <a:endParaRPr lang="zh-CN" altLang="en-US" dirty="0"/>
        </a:p>
      </dgm:t>
    </dgm:pt>
    <dgm:pt modelId="{EBF9EB2B-565A-4FC7-BB3A-A74DA4FD1AB0}" type="parTrans" cxnId="{654687F1-D19D-4D16-ABFF-36F4A99E1766}">
      <dgm:prSet/>
      <dgm:spPr/>
      <dgm:t>
        <a:bodyPr/>
        <a:lstStyle/>
        <a:p>
          <a:endParaRPr lang="zh-CN" altLang="en-US"/>
        </a:p>
      </dgm:t>
    </dgm:pt>
    <dgm:pt modelId="{82802E18-0621-4EC2-B3FD-55F4908040F8}" type="sibTrans" cxnId="{654687F1-D19D-4D16-ABFF-36F4A99E1766}">
      <dgm:prSet/>
      <dgm:spPr/>
      <dgm:t>
        <a:bodyPr/>
        <a:lstStyle/>
        <a:p>
          <a:endParaRPr lang="zh-CN" altLang="en-US"/>
        </a:p>
      </dgm:t>
    </dgm:pt>
    <dgm:pt modelId="{BF23D150-C266-432F-9131-A9FA069C7240}">
      <dgm:prSet phldrT="[文本]"/>
      <dgm:spPr/>
      <dgm:t>
        <a:bodyPr/>
        <a:lstStyle/>
        <a:p>
          <a:r>
            <a:rPr lang="zh-CN" altLang="en-US" dirty="0" smtClean="0"/>
            <a:t>采掘</a:t>
          </a:r>
          <a:endParaRPr lang="zh-CN" altLang="en-US" dirty="0"/>
        </a:p>
      </dgm:t>
    </dgm:pt>
    <dgm:pt modelId="{18250925-9A25-4F8E-B146-FA0DA06825E2}" type="parTrans" cxnId="{DF75A466-E441-4668-BF4A-B9F3378C5F18}">
      <dgm:prSet/>
      <dgm:spPr/>
      <dgm:t>
        <a:bodyPr/>
        <a:lstStyle/>
        <a:p>
          <a:endParaRPr lang="zh-CN" altLang="en-US"/>
        </a:p>
      </dgm:t>
    </dgm:pt>
    <dgm:pt modelId="{038EA517-E36F-44E7-B86F-66D5FE61D628}" type="sibTrans" cxnId="{DF75A466-E441-4668-BF4A-B9F3378C5F18}">
      <dgm:prSet/>
      <dgm:spPr/>
      <dgm:t>
        <a:bodyPr/>
        <a:lstStyle/>
        <a:p>
          <a:endParaRPr lang="zh-CN" altLang="en-US"/>
        </a:p>
      </dgm:t>
    </dgm:pt>
    <dgm:pt modelId="{7ED4DAFC-8200-47DC-95A7-1A1A06A522B5}">
      <dgm:prSet phldrT="[文本]"/>
      <dgm:spPr/>
      <dgm:t>
        <a:bodyPr/>
        <a:lstStyle/>
        <a:p>
          <a:r>
            <a:rPr lang="zh-CN" altLang="en-US" dirty="0" smtClean="0"/>
            <a:t>。。。</a:t>
          </a:r>
          <a:endParaRPr lang="zh-CN" altLang="en-US" dirty="0"/>
        </a:p>
      </dgm:t>
    </dgm:pt>
    <dgm:pt modelId="{62751664-8D61-483B-8AE1-ADBA3BA1F3B8}" type="parTrans" cxnId="{4553BBA0-5CDE-44A2-BB3E-F45C46D2A552}">
      <dgm:prSet/>
      <dgm:spPr/>
      <dgm:t>
        <a:bodyPr/>
        <a:lstStyle/>
        <a:p>
          <a:endParaRPr lang="zh-CN" altLang="en-US"/>
        </a:p>
      </dgm:t>
    </dgm:pt>
    <dgm:pt modelId="{812082A7-1DC3-442A-9EC1-968666FA81D4}" type="sibTrans" cxnId="{4553BBA0-5CDE-44A2-BB3E-F45C46D2A552}">
      <dgm:prSet/>
      <dgm:spPr/>
      <dgm:t>
        <a:bodyPr/>
        <a:lstStyle/>
        <a:p>
          <a:endParaRPr lang="zh-CN" altLang="en-US"/>
        </a:p>
      </dgm:t>
    </dgm:pt>
    <dgm:pt modelId="{ABB9DEE0-AACD-4352-A67B-97A2579140A7}">
      <dgm:prSet phldrT="[文本]"/>
      <dgm:spPr/>
      <dgm:t>
        <a:bodyPr/>
        <a:lstStyle/>
        <a:p>
          <a:r>
            <a:rPr lang="zh-CN" altLang="en-US" dirty="0" smtClean="0"/>
            <a:t>金融</a:t>
          </a:r>
          <a:endParaRPr lang="zh-CN" altLang="en-US" dirty="0"/>
        </a:p>
      </dgm:t>
    </dgm:pt>
    <dgm:pt modelId="{C1E4FE34-1F01-44E0-AE94-A6BC5452556E}" type="parTrans" cxnId="{7A9F8BFA-53D4-4321-82D7-A788196731F5}">
      <dgm:prSet/>
      <dgm:spPr/>
      <dgm:t>
        <a:bodyPr/>
        <a:lstStyle/>
        <a:p>
          <a:endParaRPr lang="zh-CN" altLang="en-US"/>
        </a:p>
      </dgm:t>
    </dgm:pt>
    <dgm:pt modelId="{0478C877-D567-4C11-9441-F38D6D13D793}" type="sibTrans" cxnId="{7A9F8BFA-53D4-4321-82D7-A788196731F5}">
      <dgm:prSet/>
      <dgm:spPr/>
      <dgm:t>
        <a:bodyPr/>
        <a:lstStyle/>
        <a:p>
          <a:endParaRPr lang="zh-CN" altLang="en-US"/>
        </a:p>
      </dgm:t>
    </dgm:pt>
    <dgm:pt modelId="{75C652AF-1C40-4B0A-9015-CC4EFC145D84}">
      <dgm:prSet phldrT="[文本]"/>
      <dgm:spPr/>
      <dgm:t>
        <a:bodyPr/>
        <a:lstStyle/>
        <a:p>
          <a:r>
            <a:rPr lang="zh-CN" altLang="en-US" dirty="0" smtClean="0"/>
            <a:t>房地产</a:t>
          </a:r>
          <a:endParaRPr lang="zh-CN" altLang="en-US" dirty="0"/>
        </a:p>
      </dgm:t>
    </dgm:pt>
    <dgm:pt modelId="{54775087-EA64-42AF-842B-9AFC3173A22D}" type="parTrans" cxnId="{4085B282-3F5C-4436-B4A9-3B6F7FA9A637}">
      <dgm:prSet/>
      <dgm:spPr/>
      <dgm:t>
        <a:bodyPr/>
        <a:lstStyle/>
        <a:p>
          <a:endParaRPr lang="zh-CN" altLang="en-US"/>
        </a:p>
      </dgm:t>
    </dgm:pt>
    <dgm:pt modelId="{CC6DC451-1B3A-410B-8FA3-729C2C738E62}" type="sibTrans" cxnId="{4085B282-3F5C-4436-B4A9-3B6F7FA9A637}">
      <dgm:prSet/>
      <dgm:spPr/>
      <dgm:t>
        <a:bodyPr/>
        <a:lstStyle/>
        <a:p>
          <a:endParaRPr lang="zh-CN" altLang="en-US"/>
        </a:p>
      </dgm:t>
    </dgm:pt>
    <dgm:pt modelId="{0B90154C-9762-476A-8465-FD5472D94A80}" type="pres">
      <dgm:prSet presAssocID="{07D4B85F-9547-49F5-893E-1F726971BD7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9B932A2-ABFC-4042-98AE-8E4C5A443F67}" type="pres">
      <dgm:prSet presAssocID="{90B680F0-D727-4B2D-A566-CBEC0BFACD74}" presName="compNode" presStyleCnt="0"/>
      <dgm:spPr/>
    </dgm:pt>
    <dgm:pt modelId="{05C42CBB-57FE-43FD-AE52-71B9E2F5A342}" type="pres">
      <dgm:prSet presAssocID="{90B680F0-D727-4B2D-A566-CBEC0BFACD74}" presName="noGeometry" presStyleCnt="0"/>
      <dgm:spPr/>
    </dgm:pt>
    <dgm:pt modelId="{E44A1B00-168B-4582-ADD3-2064DE93A18F}" type="pres">
      <dgm:prSet presAssocID="{90B680F0-D727-4B2D-A566-CBEC0BFACD74}" presName="childTextVisible" presStyleLbl="bgAccFollowNode1" presStyleIdx="0" presStyleCnt="5" custLinFactX="-38112" custLinFactNeighborX="-100000" custLinFactNeighborY="4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1514550-A46B-498E-8E98-A36A9E1A28A6}" type="pres">
      <dgm:prSet presAssocID="{90B680F0-D727-4B2D-A566-CBEC0BFACD74}" presName="childTextHidden" presStyleLbl="bgAccFollowNode1" presStyleIdx="0" presStyleCnt="5"/>
      <dgm:spPr/>
      <dgm:t>
        <a:bodyPr/>
        <a:lstStyle/>
        <a:p>
          <a:endParaRPr lang="zh-CN" altLang="en-US"/>
        </a:p>
      </dgm:t>
    </dgm:pt>
    <dgm:pt modelId="{B4CF0559-8799-4681-8062-49802A8480C9}" type="pres">
      <dgm:prSet presAssocID="{90B680F0-D727-4B2D-A566-CBEC0BFACD74}" presName="parentText" presStyleLbl="node1" presStyleIdx="0" presStyleCnt="5" custLinFactX="-100000" custLinFactNeighborX="-19021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DC99400-3648-4C9B-BA4C-1444DAA99C6E}" type="pres">
      <dgm:prSet presAssocID="{90B680F0-D727-4B2D-A566-CBEC0BFACD74}" presName="aSpace" presStyleCnt="0"/>
      <dgm:spPr/>
    </dgm:pt>
    <dgm:pt modelId="{6A9B7168-520D-45DD-B23D-91725804866B}" type="pres">
      <dgm:prSet presAssocID="{BF23D150-C266-432F-9131-A9FA069C7240}" presName="compNode" presStyleCnt="0"/>
      <dgm:spPr/>
    </dgm:pt>
    <dgm:pt modelId="{5CDFDC00-075F-4639-9373-90EEF6ACFEA3}" type="pres">
      <dgm:prSet presAssocID="{BF23D150-C266-432F-9131-A9FA069C7240}" presName="noGeometry" presStyleCnt="0"/>
      <dgm:spPr/>
    </dgm:pt>
    <dgm:pt modelId="{2477E89F-7385-4D07-B2CE-A54A92E656ED}" type="pres">
      <dgm:prSet presAssocID="{BF23D150-C266-432F-9131-A9FA069C7240}" presName="childTextVisible" presStyleLbl="bgAccFollowNode1" presStyleIdx="1" presStyleCnt="5" custLinFactNeighborX="-27875" custLinFactNeighborY="277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243664-9F65-4ED7-9732-28A329466B16}" type="pres">
      <dgm:prSet presAssocID="{BF23D150-C266-432F-9131-A9FA069C7240}" presName="childTextHidden" presStyleLbl="bgAccFollowNode1" presStyleIdx="1" presStyleCnt="5"/>
      <dgm:spPr/>
      <dgm:t>
        <a:bodyPr/>
        <a:lstStyle/>
        <a:p>
          <a:endParaRPr lang="zh-CN" altLang="en-US"/>
        </a:p>
      </dgm:t>
    </dgm:pt>
    <dgm:pt modelId="{A9280BBA-6B3A-41CA-A376-6ADC279166F0}" type="pres">
      <dgm:prSet presAssocID="{BF23D150-C266-432F-9131-A9FA069C7240}" presName="parentText" presStyleLbl="node1" presStyleIdx="1" presStyleCnt="5" custLinFactNeighborX="-62936" custLinFactNeighborY="9421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2E854A-6C05-4C1B-BFF0-49855FCD036D}" type="pres">
      <dgm:prSet presAssocID="{BF23D150-C266-432F-9131-A9FA069C7240}" presName="aSpace" presStyleCnt="0"/>
      <dgm:spPr/>
    </dgm:pt>
    <dgm:pt modelId="{6B31FFE9-47D3-4DC5-B1E8-0A161C2357CE}" type="pres">
      <dgm:prSet presAssocID="{7ED4DAFC-8200-47DC-95A7-1A1A06A522B5}" presName="compNode" presStyleCnt="0"/>
      <dgm:spPr/>
    </dgm:pt>
    <dgm:pt modelId="{D77B9131-0EC7-41B9-87B6-A23168E2306E}" type="pres">
      <dgm:prSet presAssocID="{7ED4DAFC-8200-47DC-95A7-1A1A06A522B5}" presName="noGeometry" presStyleCnt="0"/>
      <dgm:spPr/>
    </dgm:pt>
    <dgm:pt modelId="{019D8BC8-3D18-41FE-A56B-2FB59FCF8328}" type="pres">
      <dgm:prSet presAssocID="{7ED4DAFC-8200-47DC-95A7-1A1A06A522B5}" presName="childTextVisible" presStyleLbl="bgAccFollowNode1" presStyleIdx="2" presStyleCnt="5" custLinFactNeighborX="-16900" custLinFactNeighborY="416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9738D0-04FA-449A-8B99-BBCE4855AC70}" type="pres">
      <dgm:prSet presAssocID="{7ED4DAFC-8200-47DC-95A7-1A1A06A522B5}" presName="childTextHidden" presStyleLbl="bgAccFollowNode1" presStyleIdx="2" presStyleCnt="5"/>
      <dgm:spPr/>
      <dgm:t>
        <a:bodyPr/>
        <a:lstStyle/>
        <a:p>
          <a:endParaRPr lang="zh-CN" altLang="en-US"/>
        </a:p>
      </dgm:t>
    </dgm:pt>
    <dgm:pt modelId="{10FC1CB8-31AB-4A1D-82F0-851E3B460FAE}" type="pres">
      <dgm:prSet presAssocID="{7ED4DAFC-8200-47DC-95A7-1A1A06A522B5}" presName="parentText" presStyleLbl="node1" presStyleIdx="2" presStyleCnt="5" custLinFactNeighborX="-34576" custLinFactNeighborY="2428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29B06E8-BC27-419A-B0B5-B0619516404E}" type="pres">
      <dgm:prSet presAssocID="{7ED4DAFC-8200-47DC-95A7-1A1A06A522B5}" presName="aSpace" presStyleCnt="0"/>
      <dgm:spPr/>
    </dgm:pt>
    <dgm:pt modelId="{B448D421-DD3C-4B7C-BA66-DBF63CB51D53}" type="pres">
      <dgm:prSet presAssocID="{ABB9DEE0-AACD-4352-A67B-97A2579140A7}" presName="compNode" presStyleCnt="0"/>
      <dgm:spPr/>
    </dgm:pt>
    <dgm:pt modelId="{FEE532B9-C910-4175-8F8A-41BA0CD50879}" type="pres">
      <dgm:prSet presAssocID="{ABB9DEE0-AACD-4352-A67B-97A2579140A7}" presName="noGeometry" presStyleCnt="0"/>
      <dgm:spPr/>
    </dgm:pt>
    <dgm:pt modelId="{0E2CCA71-47F2-41CE-86D4-BB42C4CF70D8}" type="pres">
      <dgm:prSet presAssocID="{ABB9DEE0-AACD-4352-A67B-97A2579140A7}" presName="childTextVisible" presStyleLbl="bgAccFollowNode1" presStyleIdx="3" presStyleCnt="5" custLinFactNeighborX="9519" custLinFactNeighborY="138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C1B3C11-0286-4D7F-BD6B-F742C16511E3}" type="pres">
      <dgm:prSet presAssocID="{ABB9DEE0-AACD-4352-A67B-97A2579140A7}" presName="childTextHidden" presStyleLbl="bgAccFollowNode1" presStyleIdx="3" presStyleCnt="5"/>
      <dgm:spPr/>
      <dgm:t>
        <a:bodyPr/>
        <a:lstStyle/>
        <a:p>
          <a:endParaRPr lang="zh-CN" altLang="en-US"/>
        </a:p>
      </dgm:t>
    </dgm:pt>
    <dgm:pt modelId="{29AB56C9-A37E-4D0B-8C9B-3B6BC80DCCE9}" type="pres">
      <dgm:prSet presAssocID="{ABB9DEE0-AACD-4352-A67B-97A2579140A7}" presName="parentText" presStyleLbl="node1" presStyleIdx="3" presStyleCnt="5" custLinFactNeighborX="16123" custLinFactNeighborY="-272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FD030C3-1445-4491-A06E-30974085E09A}" type="pres">
      <dgm:prSet presAssocID="{ABB9DEE0-AACD-4352-A67B-97A2579140A7}" presName="aSpace" presStyleCnt="0"/>
      <dgm:spPr/>
    </dgm:pt>
    <dgm:pt modelId="{61895EAE-5DC9-47B9-845B-6AB83FE869AB}" type="pres">
      <dgm:prSet presAssocID="{75C652AF-1C40-4B0A-9015-CC4EFC145D84}" presName="compNode" presStyleCnt="0"/>
      <dgm:spPr/>
    </dgm:pt>
    <dgm:pt modelId="{7B09CF8A-CC90-4A82-B5BA-CAF224FAE2A4}" type="pres">
      <dgm:prSet presAssocID="{75C652AF-1C40-4B0A-9015-CC4EFC145D84}" presName="noGeometry" presStyleCnt="0"/>
      <dgm:spPr/>
    </dgm:pt>
    <dgm:pt modelId="{BE7D8DD7-EAB4-45B9-BCE0-C30E957214B9}" type="pres">
      <dgm:prSet presAssocID="{75C652AF-1C40-4B0A-9015-CC4EFC145D84}" presName="childTextVisible" presStyleLbl="bgAccFollowNode1" presStyleIdx="4" presStyleCnt="5" custLinFactNeighborX="33917" custLinFactNeighborY="1389">
        <dgm:presLayoutVars>
          <dgm:bulletEnabled val="1"/>
        </dgm:presLayoutVars>
      </dgm:prSet>
      <dgm:spPr/>
    </dgm:pt>
    <dgm:pt modelId="{C3F24741-9CEF-442D-980E-D848121575A0}" type="pres">
      <dgm:prSet presAssocID="{75C652AF-1C40-4B0A-9015-CC4EFC145D84}" presName="childTextHidden" presStyleLbl="bgAccFollowNode1" presStyleIdx="4" presStyleCnt="5"/>
      <dgm:spPr/>
    </dgm:pt>
    <dgm:pt modelId="{B3E17776-5AAF-4139-A9BB-31BDEADFD1F3}" type="pres">
      <dgm:prSet presAssocID="{75C652AF-1C40-4B0A-9015-CC4EFC145D84}" presName="parentText" presStyleLbl="node1" presStyleIdx="4" presStyleCnt="5" custLinFactNeighborX="86715" custLinFactNeighborY="3496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3AD8942-7F73-46A9-AE74-6854F3074B1E}" type="presOf" srcId="{90B680F0-D727-4B2D-A566-CBEC0BFACD74}" destId="{B4CF0559-8799-4681-8062-49802A8480C9}" srcOrd="0" destOrd="0" presId="urn:microsoft.com/office/officeart/2005/8/layout/hProcess6"/>
    <dgm:cxn modelId="{090BFE25-1C8C-4987-AACE-D934A0755DE8}" type="presOf" srcId="{7ED4DAFC-8200-47DC-95A7-1A1A06A522B5}" destId="{10FC1CB8-31AB-4A1D-82F0-851E3B460FAE}" srcOrd="0" destOrd="0" presId="urn:microsoft.com/office/officeart/2005/8/layout/hProcess6"/>
    <dgm:cxn modelId="{34262A51-1534-4BAB-94C3-D459FC816ED6}" type="presOf" srcId="{75C652AF-1C40-4B0A-9015-CC4EFC145D84}" destId="{B3E17776-5AAF-4139-A9BB-31BDEADFD1F3}" srcOrd="0" destOrd="0" presId="urn:microsoft.com/office/officeart/2005/8/layout/hProcess6"/>
    <dgm:cxn modelId="{02A24E8D-FDD0-4E8E-997F-4C85F2EF408A}" type="presOf" srcId="{07D4B85F-9547-49F5-893E-1F726971BD7E}" destId="{0B90154C-9762-476A-8465-FD5472D94A80}" srcOrd="0" destOrd="0" presId="urn:microsoft.com/office/officeart/2005/8/layout/hProcess6"/>
    <dgm:cxn modelId="{7A9F8BFA-53D4-4321-82D7-A788196731F5}" srcId="{07D4B85F-9547-49F5-893E-1F726971BD7E}" destId="{ABB9DEE0-AACD-4352-A67B-97A2579140A7}" srcOrd="3" destOrd="0" parTransId="{C1E4FE34-1F01-44E0-AE94-A6BC5452556E}" sibTransId="{0478C877-D567-4C11-9441-F38D6D13D793}"/>
    <dgm:cxn modelId="{534B1230-F20E-48AD-85A8-DA4D8884A00B}" type="presOf" srcId="{ABB9DEE0-AACD-4352-A67B-97A2579140A7}" destId="{29AB56C9-A37E-4D0B-8C9B-3B6BC80DCCE9}" srcOrd="0" destOrd="0" presId="urn:microsoft.com/office/officeart/2005/8/layout/hProcess6"/>
    <dgm:cxn modelId="{4553BBA0-5CDE-44A2-BB3E-F45C46D2A552}" srcId="{07D4B85F-9547-49F5-893E-1F726971BD7E}" destId="{7ED4DAFC-8200-47DC-95A7-1A1A06A522B5}" srcOrd="2" destOrd="0" parTransId="{62751664-8D61-483B-8AE1-ADBA3BA1F3B8}" sibTransId="{812082A7-1DC3-442A-9EC1-968666FA81D4}"/>
    <dgm:cxn modelId="{DF75A466-E441-4668-BF4A-B9F3378C5F18}" srcId="{07D4B85F-9547-49F5-893E-1F726971BD7E}" destId="{BF23D150-C266-432F-9131-A9FA069C7240}" srcOrd="1" destOrd="0" parTransId="{18250925-9A25-4F8E-B146-FA0DA06825E2}" sibTransId="{038EA517-E36F-44E7-B86F-66D5FE61D628}"/>
    <dgm:cxn modelId="{654687F1-D19D-4D16-ABFF-36F4A99E1766}" srcId="{07D4B85F-9547-49F5-893E-1F726971BD7E}" destId="{90B680F0-D727-4B2D-A566-CBEC0BFACD74}" srcOrd="0" destOrd="0" parTransId="{EBF9EB2B-565A-4FC7-BB3A-A74DA4FD1AB0}" sibTransId="{82802E18-0621-4EC2-B3FD-55F4908040F8}"/>
    <dgm:cxn modelId="{0C0BAF9A-75AD-4BA5-8B2E-D662D49C19BA}" type="presOf" srcId="{BF23D150-C266-432F-9131-A9FA069C7240}" destId="{A9280BBA-6B3A-41CA-A376-6ADC279166F0}" srcOrd="0" destOrd="0" presId="urn:microsoft.com/office/officeart/2005/8/layout/hProcess6"/>
    <dgm:cxn modelId="{4085B282-3F5C-4436-B4A9-3B6F7FA9A637}" srcId="{07D4B85F-9547-49F5-893E-1F726971BD7E}" destId="{75C652AF-1C40-4B0A-9015-CC4EFC145D84}" srcOrd="4" destOrd="0" parTransId="{54775087-EA64-42AF-842B-9AFC3173A22D}" sibTransId="{CC6DC451-1B3A-410B-8FA3-729C2C738E62}"/>
    <dgm:cxn modelId="{A7487BF0-F3D0-4B69-B1F7-F975DC5039C8}" type="presParOf" srcId="{0B90154C-9762-476A-8465-FD5472D94A80}" destId="{F9B932A2-ABFC-4042-98AE-8E4C5A443F67}" srcOrd="0" destOrd="0" presId="urn:microsoft.com/office/officeart/2005/8/layout/hProcess6"/>
    <dgm:cxn modelId="{4432B69D-5703-48DA-B378-2DAB3AA8DEC0}" type="presParOf" srcId="{F9B932A2-ABFC-4042-98AE-8E4C5A443F67}" destId="{05C42CBB-57FE-43FD-AE52-71B9E2F5A342}" srcOrd="0" destOrd="0" presId="urn:microsoft.com/office/officeart/2005/8/layout/hProcess6"/>
    <dgm:cxn modelId="{EEEF1F82-A2C6-420D-88D3-99885FCDDFCD}" type="presParOf" srcId="{F9B932A2-ABFC-4042-98AE-8E4C5A443F67}" destId="{E44A1B00-168B-4582-ADD3-2064DE93A18F}" srcOrd="1" destOrd="0" presId="urn:microsoft.com/office/officeart/2005/8/layout/hProcess6"/>
    <dgm:cxn modelId="{B17904B6-3E69-4657-BDCB-0988D6985643}" type="presParOf" srcId="{F9B932A2-ABFC-4042-98AE-8E4C5A443F67}" destId="{C1514550-A46B-498E-8E98-A36A9E1A28A6}" srcOrd="2" destOrd="0" presId="urn:microsoft.com/office/officeart/2005/8/layout/hProcess6"/>
    <dgm:cxn modelId="{9DCB7120-5C9E-4A32-9B33-725CCE476A8E}" type="presParOf" srcId="{F9B932A2-ABFC-4042-98AE-8E4C5A443F67}" destId="{B4CF0559-8799-4681-8062-49802A8480C9}" srcOrd="3" destOrd="0" presId="urn:microsoft.com/office/officeart/2005/8/layout/hProcess6"/>
    <dgm:cxn modelId="{F07AB411-C528-4B14-B471-98564FE41DFE}" type="presParOf" srcId="{0B90154C-9762-476A-8465-FD5472D94A80}" destId="{1DC99400-3648-4C9B-BA4C-1444DAA99C6E}" srcOrd="1" destOrd="0" presId="urn:microsoft.com/office/officeart/2005/8/layout/hProcess6"/>
    <dgm:cxn modelId="{8AF60A63-8F70-4B01-A512-F17353AD4CCC}" type="presParOf" srcId="{0B90154C-9762-476A-8465-FD5472D94A80}" destId="{6A9B7168-520D-45DD-B23D-91725804866B}" srcOrd="2" destOrd="0" presId="urn:microsoft.com/office/officeart/2005/8/layout/hProcess6"/>
    <dgm:cxn modelId="{55B9844E-CAD8-4CCB-A3EB-3E60B89B8677}" type="presParOf" srcId="{6A9B7168-520D-45DD-B23D-91725804866B}" destId="{5CDFDC00-075F-4639-9373-90EEF6ACFEA3}" srcOrd="0" destOrd="0" presId="urn:microsoft.com/office/officeart/2005/8/layout/hProcess6"/>
    <dgm:cxn modelId="{874A82AA-12AA-4502-A7C2-28BE291CB98C}" type="presParOf" srcId="{6A9B7168-520D-45DD-B23D-91725804866B}" destId="{2477E89F-7385-4D07-B2CE-A54A92E656ED}" srcOrd="1" destOrd="0" presId="urn:microsoft.com/office/officeart/2005/8/layout/hProcess6"/>
    <dgm:cxn modelId="{68EC1B46-D88A-4DCC-A0F5-6FFB8B505EED}" type="presParOf" srcId="{6A9B7168-520D-45DD-B23D-91725804866B}" destId="{B7243664-9F65-4ED7-9732-28A329466B16}" srcOrd="2" destOrd="0" presId="urn:microsoft.com/office/officeart/2005/8/layout/hProcess6"/>
    <dgm:cxn modelId="{0C50DBEF-4AB1-41B5-80A8-E54D6E460501}" type="presParOf" srcId="{6A9B7168-520D-45DD-B23D-91725804866B}" destId="{A9280BBA-6B3A-41CA-A376-6ADC279166F0}" srcOrd="3" destOrd="0" presId="urn:microsoft.com/office/officeart/2005/8/layout/hProcess6"/>
    <dgm:cxn modelId="{0CD87C75-C510-4613-B36A-24E07E7989F1}" type="presParOf" srcId="{0B90154C-9762-476A-8465-FD5472D94A80}" destId="{B72E854A-6C05-4C1B-BFF0-49855FCD036D}" srcOrd="3" destOrd="0" presId="urn:microsoft.com/office/officeart/2005/8/layout/hProcess6"/>
    <dgm:cxn modelId="{6B4CAC69-F9E7-4E17-A10C-D9594520765B}" type="presParOf" srcId="{0B90154C-9762-476A-8465-FD5472D94A80}" destId="{6B31FFE9-47D3-4DC5-B1E8-0A161C2357CE}" srcOrd="4" destOrd="0" presId="urn:microsoft.com/office/officeart/2005/8/layout/hProcess6"/>
    <dgm:cxn modelId="{E3053C18-491A-44CF-9924-235242421B57}" type="presParOf" srcId="{6B31FFE9-47D3-4DC5-B1E8-0A161C2357CE}" destId="{D77B9131-0EC7-41B9-87B6-A23168E2306E}" srcOrd="0" destOrd="0" presId="urn:microsoft.com/office/officeart/2005/8/layout/hProcess6"/>
    <dgm:cxn modelId="{22002A7D-DDAF-440E-B478-0D3F58D9930C}" type="presParOf" srcId="{6B31FFE9-47D3-4DC5-B1E8-0A161C2357CE}" destId="{019D8BC8-3D18-41FE-A56B-2FB59FCF8328}" srcOrd="1" destOrd="0" presId="urn:microsoft.com/office/officeart/2005/8/layout/hProcess6"/>
    <dgm:cxn modelId="{A1B4A5F9-3462-4E8E-8C25-2930A4B1E1C0}" type="presParOf" srcId="{6B31FFE9-47D3-4DC5-B1E8-0A161C2357CE}" destId="{6D9738D0-04FA-449A-8B99-BBCE4855AC70}" srcOrd="2" destOrd="0" presId="urn:microsoft.com/office/officeart/2005/8/layout/hProcess6"/>
    <dgm:cxn modelId="{29E72766-C4BC-428C-83D1-808F73CBF529}" type="presParOf" srcId="{6B31FFE9-47D3-4DC5-B1E8-0A161C2357CE}" destId="{10FC1CB8-31AB-4A1D-82F0-851E3B460FAE}" srcOrd="3" destOrd="0" presId="urn:microsoft.com/office/officeart/2005/8/layout/hProcess6"/>
    <dgm:cxn modelId="{DBF37B11-F613-4476-9A30-653C02748E19}" type="presParOf" srcId="{0B90154C-9762-476A-8465-FD5472D94A80}" destId="{E29B06E8-BC27-419A-B0B5-B0619516404E}" srcOrd="5" destOrd="0" presId="urn:microsoft.com/office/officeart/2005/8/layout/hProcess6"/>
    <dgm:cxn modelId="{53EF3D1E-50CB-4D55-AE01-6DAA994EA244}" type="presParOf" srcId="{0B90154C-9762-476A-8465-FD5472D94A80}" destId="{B448D421-DD3C-4B7C-BA66-DBF63CB51D53}" srcOrd="6" destOrd="0" presId="urn:microsoft.com/office/officeart/2005/8/layout/hProcess6"/>
    <dgm:cxn modelId="{B8A80929-F5FA-442E-9CA1-147A9736D0F8}" type="presParOf" srcId="{B448D421-DD3C-4B7C-BA66-DBF63CB51D53}" destId="{FEE532B9-C910-4175-8F8A-41BA0CD50879}" srcOrd="0" destOrd="0" presId="urn:microsoft.com/office/officeart/2005/8/layout/hProcess6"/>
    <dgm:cxn modelId="{5B62412C-A88A-4EE4-8B04-565BEBB60812}" type="presParOf" srcId="{B448D421-DD3C-4B7C-BA66-DBF63CB51D53}" destId="{0E2CCA71-47F2-41CE-86D4-BB42C4CF70D8}" srcOrd="1" destOrd="0" presId="urn:microsoft.com/office/officeart/2005/8/layout/hProcess6"/>
    <dgm:cxn modelId="{9A07485B-7185-41E1-83C1-B9EADD571057}" type="presParOf" srcId="{B448D421-DD3C-4B7C-BA66-DBF63CB51D53}" destId="{8C1B3C11-0286-4D7F-BD6B-F742C16511E3}" srcOrd="2" destOrd="0" presId="urn:microsoft.com/office/officeart/2005/8/layout/hProcess6"/>
    <dgm:cxn modelId="{5836C557-A7B3-4876-ACC2-85DD108D1A7D}" type="presParOf" srcId="{B448D421-DD3C-4B7C-BA66-DBF63CB51D53}" destId="{29AB56C9-A37E-4D0B-8C9B-3B6BC80DCCE9}" srcOrd="3" destOrd="0" presId="urn:microsoft.com/office/officeart/2005/8/layout/hProcess6"/>
    <dgm:cxn modelId="{490D24DA-0ACC-4A27-83BE-FA885B570E86}" type="presParOf" srcId="{0B90154C-9762-476A-8465-FD5472D94A80}" destId="{7FD030C3-1445-4491-A06E-30974085E09A}" srcOrd="7" destOrd="0" presId="urn:microsoft.com/office/officeart/2005/8/layout/hProcess6"/>
    <dgm:cxn modelId="{67C07C39-F802-436A-9ED9-FC87F7A0A096}" type="presParOf" srcId="{0B90154C-9762-476A-8465-FD5472D94A80}" destId="{61895EAE-5DC9-47B9-845B-6AB83FE869AB}" srcOrd="8" destOrd="0" presId="urn:microsoft.com/office/officeart/2005/8/layout/hProcess6"/>
    <dgm:cxn modelId="{4EDBE3A2-9183-4CCA-AD83-FB4087C70D82}" type="presParOf" srcId="{61895EAE-5DC9-47B9-845B-6AB83FE869AB}" destId="{7B09CF8A-CC90-4A82-B5BA-CAF224FAE2A4}" srcOrd="0" destOrd="0" presId="urn:microsoft.com/office/officeart/2005/8/layout/hProcess6"/>
    <dgm:cxn modelId="{870B98C7-6568-43BD-95B0-0A860B4F7D78}" type="presParOf" srcId="{61895EAE-5DC9-47B9-845B-6AB83FE869AB}" destId="{BE7D8DD7-EAB4-45B9-BCE0-C30E957214B9}" srcOrd="1" destOrd="0" presId="urn:microsoft.com/office/officeart/2005/8/layout/hProcess6"/>
    <dgm:cxn modelId="{1F6C9413-7404-48C7-A69F-F0E2BC872D15}" type="presParOf" srcId="{61895EAE-5DC9-47B9-845B-6AB83FE869AB}" destId="{C3F24741-9CEF-442D-980E-D848121575A0}" srcOrd="2" destOrd="0" presId="urn:microsoft.com/office/officeart/2005/8/layout/hProcess6"/>
    <dgm:cxn modelId="{C2C05EC6-CE2A-44B0-B311-7DE03487CE21}" type="presParOf" srcId="{61895EAE-5DC9-47B9-845B-6AB83FE869AB}" destId="{B3E17776-5AAF-4139-A9BB-31BDEADFD1F3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0C6AD9E-DA2A-4EF6-B328-BDC651F47ED4}" type="doc">
      <dgm:prSet loTypeId="urn:microsoft.com/office/officeart/2005/8/layout/radial2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95AD7E4C-D408-47B4-AF13-3E9BCE05C222}">
      <dgm:prSet phldrT="[文本]"/>
      <dgm:spPr/>
      <dgm:t>
        <a:bodyPr/>
        <a:lstStyle/>
        <a:p>
          <a:r>
            <a:rPr lang="en-US" altLang="zh-CN" dirty="0" smtClean="0"/>
            <a:t>LS_IR &amp;</a:t>
          </a:r>
        </a:p>
        <a:p>
          <a:r>
            <a:rPr lang="en-US" altLang="zh-CN" dirty="0" smtClean="0"/>
            <a:t>IC_IR</a:t>
          </a:r>
          <a:endParaRPr lang="zh-CN" altLang="en-US" dirty="0"/>
        </a:p>
      </dgm:t>
    </dgm:pt>
    <dgm:pt modelId="{705B6318-36C0-48ED-B418-7EA3A02520A1}" type="parTrans" cxnId="{A83F0B21-2095-4CD0-B200-4EA4637BFB41}">
      <dgm:prSet/>
      <dgm:spPr/>
      <dgm:t>
        <a:bodyPr/>
        <a:lstStyle/>
        <a:p>
          <a:endParaRPr lang="zh-CN" altLang="en-US"/>
        </a:p>
      </dgm:t>
    </dgm:pt>
    <dgm:pt modelId="{B2BACDD3-023E-4F79-92E7-B2E83A6DC6C0}" type="sibTrans" cxnId="{A83F0B21-2095-4CD0-B200-4EA4637BFB41}">
      <dgm:prSet/>
      <dgm:spPr/>
      <dgm:t>
        <a:bodyPr/>
        <a:lstStyle/>
        <a:p>
          <a:endParaRPr lang="zh-CN" altLang="en-US"/>
        </a:p>
      </dgm:t>
    </dgm:pt>
    <dgm:pt modelId="{CE9318EF-52BD-4B63-9E64-1DED39187427}">
      <dgm:prSet phldrT="[文本]" custT="1"/>
      <dgm:spPr/>
      <dgm:t>
        <a:bodyPr/>
        <a:lstStyle/>
        <a:p>
          <a:r>
            <a:rPr lang="en-US" altLang="zh-CN" sz="1800" b="1" dirty="0" smtClean="0">
              <a:latin typeface="楷体_GB2312" pitchFamily="49" charset="-122"/>
              <a:ea typeface="楷体_GB2312" pitchFamily="49" charset="-122"/>
            </a:rPr>
            <a:t>|LS_IR| &gt;=0.8</a:t>
          </a:r>
          <a:endParaRPr lang="zh-CN" altLang="en-US" sz="1800" b="1" dirty="0">
            <a:latin typeface="楷体_GB2312" pitchFamily="49" charset="-122"/>
            <a:ea typeface="楷体_GB2312" pitchFamily="49" charset="-122"/>
          </a:endParaRPr>
        </a:p>
      </dgm:t>
    </dgm:pt>
    <dgm:pt modelId="{94FF5867-2510-4C1A-8A20-66E2A1E6F288}" type="parTrans" cxnId="{96D7121F-6CB7-4E0F-8133-741BD74AFD7A}">
      <dgm:prSet/>
      <dgm:spPr/>
      <dgm:t>
        <a:bodyPr/>
        <a:lstStyle/>
        <a:p>
          <a:endParaRPr lang="zh-CN" altLang="en-US"/>
        </a:p>
      </dgm:t>
    </dgm:pt>
    <dgm:pt modelId="{8CB2EF57-1691-4D48-97F3-1C16975BFA72}" type="sibTrans" cxnId="{96D7121F-6CB7-4E0F-8133-741BD74AFD7A}">
      <dgm:prSet/>
      <dgm:spPr/>
      <dgm:t>
        <a:bodyPr/>
        <a:lstStyle/>
        <a:p>
          <a:endParaRPr lang="zh-CN" altLang="en-US"/>
        </a:p>
      </dgm:t>
    </dgm:pt>
    <dgm:pt modelId="{07193034-02CA-41DF-AEF3-744CC8EF382F}">
      <dgm:prSet phldrT="[文本]" custT="1"/>
      <dgm:spPr/>
      <dgm:t>
        <a:bodyPr/>
        <a:lstStyle/>
        <a:p>
          <a:r>
            <a:rPr lang="en-US" altLang="zh-CN" sz="1800" b="1" dirty="0" smtClean="0">
              <a:latin typeface="楷体_GB2312" pitchFamily="49" charset="-122"/>
              <a:ea typeface="楷体_GB2312" pitchFamily="49" charset="-122"/>
            </a:rPr>
            <a:t>|IC_IR|&gt;=0.8</a:t>
          </a:r>
          <a:endParaRPr lang="zh-CN" altLang="en-US" sz="1800" b="1" dirty="0">
            <a:latin typeface="楷体_GB2312" pitchFamily="49" charset="-122"/>
            <a:ea typeface="楷体_GB2312" pitchFamily="49" charset="-122"/>
          </a:endParaRPr>
        </a:p>
      </dgm:t>
    </dgm:pt>
    <dgm:pt modelId="{0F167D45-81D6-4FAD-A3A5-F021C05069C7}" type="parTrans" cxnId="{BA1C526A-8E39-4857-94E2-09909EFE1443}">
      <dgm:prSet/>
      <dgm:spPr/>
      <dgm:t>
        <a:bodyPr/>
        <a:lstStyle/>
        <a:p>
          <a:endParaRPr lang="zh-CN" altLang="en-US"/>
        </a:p>
      </dgm:t>
    </dgm:pt>
    <dgm:pt modelId="{75FF16C4-E183-4A97-88F7-70962E7965EB}" type="sibTrans" cxnId="{BA1C526A-8E39-4857-94E2-09909EFE1443}">
      <dgm:prSet/>
      <dgm:spPr/>
      <dgm:t>
        <a:bodyPr/>
        <a:lstStyle/>
        <a:p>
          <a:endParaRPr lang="zh-CN" altLang="en-US"/>
        </a:p>
      </dgm:t>
    </dgm:pt>
    <dgm:pt modelId="{4079BE50-6877-42AF-AD3E-4BB25AB49782}">
      <dgm:prSet phldrT="[文本]"/>
      <dgm:spPr/>
      <dgm:t>
        <a:bodyPr/>
        <a:lstStyle/>
        <a:p>
          <a:r>
            <a:rPr lang="en-US" altLang="zh-CN" dirty="0" err="1" smtClean="0"/>
            <a:t>LS_Return</a:t>
          </a:r>
          <a:endParaRPr lang="en-US" altLang="zh-CN" dirty="0" smtClean="0"/>
        </a:p>
        <a:p>
          <a:r>
            <a:rPr lang="en-US" altLang="zh-CN" dirty="0" smtClean="0"/>
            <a:t>&amp;</a:t>
          </a:r>
        </a:p>
        <a:p>
          <a:r>
            <a:rPr lang="en-US" altLang="zh-CN" dirty="0" smtClean="0"/>
            <a:t>IC</a:t>
          </a:r>
          <a:endParaRPr lang="zh-CN" altLang="en-US" dirty="0"/>
        </a:p>
      </dgm:t>
    </dgm:pt>
    <dgm:pt modelId="{864805AA-FCA2-4111-9F8B-B377350BE175}" type="parTrans" cxnId="{7013DD20-2586-4B0C-AD5D-B86854DBA762}">
      <dgm:prSet/>
      <dgm:spPr/>
      <dgm:t>
        <a:bodyPr/>
        <a:lstStyle/>
        <a:p>
          <a:endParaRPr lang="zh-CN" altLang="en-US"/>
        </a:p>
      </dgm:t>
    </dgm:pt>
    <dgm:pt modelId="{7A501FE9-6062-4769-ACF8-48DE40223FE3}" type="sibTrans" cxnId="{7013DD20-2586-4B0C-AD5D-B86854DBA762}">
      <dgm:prSet/>
      <dgm:spPr/>
      <dgm:t>
        <a:bodyPr/>
        <a:lstStyle/>
        <a:p>
          <a:endParaRPr lang="zh-CN" altLang="en-US"/>
        </a:p>
      </dgm:t>
    </dgm:pt>
    <dgm:pt modelId="{C4DC41EE-EF05-47A4-8D57-A1575937AFBC}">
      <dgm:prSet phldrT="[文本]" custT="1"/>
      <dgm:spPr/>
      <dgm:t>
        <a:bodyPr/>
        <a:lstStyle/>
        <a:p>
          <a:r>
            <a:rPr lang="en-US" altLang="zh-CN" sz="1800" b="1" dirty="0" smtClean="0">
              <a:latin typeface="楷体_GB2312" pitchFamily="49" charset="-122"/>
              <a:ea typeface="楷体_GB2312" pitchFamily="49" charset="-122"/>
            </a:rPr>
            <a:t>|</a:t>
          </a:r>
          <a:r>
            <a:rPr lang="en-US" altLang="zh-CN" sz="1800" b="1" dirty="0" err="1" smtClean="0">
              <a:latin typeface="楷体_GB2312" pitchFamily="49" charset="-122"/>
              <a:ea typeface="楷体_GB2312" pitchFamily="49" charset="-122"/>
            </a:rPr>
            <a:t>LS_return</a:t>
          </a:r>
          <a:r>
            <a:rPr lang="en-US" altLang="zh-CN" sz="1800" b="1" dirty="0" smtClean="0">
              <a:latin typeface="楷体_GB2312" pitchFamily="49" charset="-122"/>
              <a:ea typeface="楷体_GB2312" pitchFamily="49" charset="-122"/>
            </a:rPr>
            <a:t>|&gt;4%</a:t>
          </a:r>
          <a:endParaRPr lang="zh-CN" altLang="en-US" sz="1800" b="1" dirty="0">
            <a:latin typeface="楷体_GB2312" pitchFamily="49" charset="-122"/>
            <a:ea typeface="楷体_GB2312" pitchFamily="49" charset="-122"/>
          </a:endParaRPr>
        </a:p>
      </dgm:t>
    </dgm:pt>
    <dgm:pt modelId="{3880AEAD-1102-45D6-A29A-61440987B815}" type="parTrans" cxnId="{8560286F-AF8F-40DA-9BE4-7320981B94F3}">
      <dgm:prSet/>
      <dgm:spPr/>
      <dgm:t>
        <a:bodyPr/>
        <a:lstStyle/>
        <a:p>
          <a:endParaRPr lang="zh-CN" altLang="en-US"/>
        </a:p>
      </dgm:t>
    </dgm:pt>
    <dgm:pt modelId="{820EDEFB-850A-40B0-A636-DFB135BD1DD7}" type="sibTrans" cxnId="{8560286F-AF8F-40DA-9BE4-7320981B94F3}">
      <dgm:prSet/>
      <dgm:spPr/>
      <dgm:t>
        <a:bodyPr/>
        <a:lstStyle/>
        <a:p>
          <a:endParaRPr lang="zh-CN" altLang="en-US"/>
        </a:p>
      </dgm:t>
    </dgm:pt>
    <dgm:pt modelId="{A270BB12-5F96-4AF9-9881-B791EA868434}">
      <dgm:prSet phldrT="[文本]" custT="1"/>
      <dgm:spPr/>
      <dgm:t>
        <a:bodyPr/>
        <a:lstStyle/>
        <a:p>
          <a:r>
            <a:rPr lang="en-US" altLang="zh-CN" sz="1800" b="1" dirty="0" smtClean="0">
              <a:latin typeface="楷体_GB2312" pitchFamily="49" charset="-122"/>
              <a:ea typeface="楷体_GB2312" pitchFamily="49" charset="-122"/>
            </a:rPr>
            <a:t>|IC|&gt;4%</a:t>
          </a:r>
          <a:endParaRPr lang="zh-CN" altLang="en-US" sz="1800" b="1" dirty="0">
            <a:latin typeface="楷体_GB2312" pitchFamily="49" charset="-122"/>
            <a:ea typeface="楷体_GB2312" pitchFamily="49" charset="-122"/>
          </a:endParaRPr>
        </a:p>
      </dgm:t>
    </dgm:pt>
    <dgm:pt modelId="{2F412877-F7F3-4435-B6B7-2D09F0AEF193}" type="parTrans" cxnId="{F5875C66-00C6-4CE1-85D1-91CE994C0367}">
      <dgm:prSet/>
      <dgm:spPr/>
      <dgm:t>
        <a:bodyPr/>
        <a:lstStyle/>
        <a:p>
          <a:endParaRPr lang="zh-CN" altLang="en-US"/>
        </a:p>
      </dgm:t>
    </dgm:pt>
    <dgm:pt modelId="{89E31871-B8B1-4158-AA40-B406ED1DEAC0}" type="sibTrans" cxnId="{F5875C66-00C6-4CE1-85D1-91CE994C0367}">
      <dgm:prSet/>
      <dgm:spPr/>
      <dgm:t>
        <a:bodyPr/>
        <a:lstStyle/>
        <a:p>
          <a:endParaRPr lang="zh-CN" altLang="en-US"/>
        </a:p>
      </dgm:t>
    </dgm:pt>
    <dgm:pt modelId="{64AA8761-4B0C-45FC-BFE9-7E1C2935B455}">
      <dgm:prSet phldrT="[文本]"/>
      <dgm:spPr/>
      <dgm:t>
        <a:bodyPr/>
        <a:lstStyle/>
        <a:p>
          <a:r>
            <a:rPr lang="en-US" altLang="zh-CN" dirty="0" err="1" smtClean="0"/>
            <a:t>IC_p</a:t>
          </a:r>
          <a:endParaRPr lang="en-US" altLang="zh-CN" dirty="0" smtClean="0"/>
        </a:p>
        <a:p>
          <a:r>
            <a:rPr lang="en-US" altLang="zh-CN" dirty="0" smtClean="0"/>
            <a:t>&amp;</a:t>
          </a:r>
        </a:p>
        <a:p>
          <a:r>
            <a:rPr lang="en-US" altLang="zh-CN" dirty="0" err="1" smtClean="0"/>
            <a:t>LS_win</a:t>
          </a:r>
          <a:endParaRPr lang="zh-CN" altLang="en-US" dirty="0"/>
        </a:p>
      </dgm:t>
    </dgm:pt>
    <dgm:pt modelId="{0AE2491A-FC81-4048-8C2F-B4D3EAF431C9}" type="parTrans" cxnId="{CCDBE541-9EFD-4786-8908-0996D6D959B9}">
      <dgm:prSet/>
      <dgm:spPr/>
      <dgm:t>
        <a:bodyPr/>
        <a:lstStyle/>
        <a:p>
          <a:endParaRPr lang="zh-CN" altLang="en-US"/>
        </a:p>
      </dgm:t>
    </dgm:pt>
    <dgm:pt modelId="{CC397820-EEE7-4C33-9BCB-A4C11033F049}" type="sibTrans" cxnId="{CCDBE541-9EFD-4786-8908-0996D6D959B9}">
      <dgm:prSet/>
      <dgm:spPr/>
      <dgm:t>
        <a:bodyPr/>
        <a:lstStyle/>
        <a:p>
          <a:endParaRPr lang="zh-CN" altLang="en-US"/>
        </a:p>
      </dgm:t>
    </dgm:pt>
    <dgm:pt modelId="{9FA9E50D-96AD-4D06-AE9A-0744E37E8939}">
      <dgm:prSet phldrT="[文本]" custT="1"/>
      <dgm:spPr/>
      <dgm:t>
        <a:bodyPr/>
        <a:lstStyle/>
        <a:p>
          <a:r>
            <a:rPr lang="en-US" altLang="zh-CN" sz="1800" b="1" dirty="0" err="1" smtClean="0">
              <a:latin typeface="楷体_GB2312" pitchFamily="49" charset="-122"/>
              <a:ea typeface="楷体_GB2312" pitchFamily="49" charset="-122"/>
            </a:rPr>
            <a:t>IC_p</a:t>
          </a:r>
          <a:r>
            <a:rPr lang="en-US" altLang="zh-CN" sz="1800" b="1" dirty="0" smtClean="0">
              <a:latin typeface="楷体_GB2312" pitchFamily="49" charset="-122"/>
              <a:ea typeface="楷体_GB2312" pitchFamily="49" charset="-122"/>
            </a:rPr>
            <a:t>&lt;0.1</a:t>
          </a:r>
          <a:endParaRPr lang="zh-CN" altLang="en-US" sz="1800" b="1" dirty="0">
            <a:latin typeface="楷体_GB2312" pitchFamily="49" charset="-122"/>
            <a:ea typeface="楷体_GB2312" pitchFamily="49" charset="-122"/>
          </a:endParaRPr>
        </a:p>
      </dgm:t>
    </dgm:pt>
    <dgm:pt modelId="{7BEF273E-46BA-43F5-B69F-CD8070125D2E}" type="parTrans" cxnId="{52BF9D0C-B44C-4326-9AEF-9535FEE1CABD}">
      <dgm:prSet/>
      <dgm:spPr/>
      <dgm:t>
        <a:bodyPr/>
        <a:lstStyle/>
        <a:p>
          <a:endParaRPr lang="zh-CN" altLang="en-US"/>
        </a:p>
      </dgm:t>
    </dgm:pt>
    <dgm:pt modelId="{6E74CCF9-31A9-4127-9730-A9DC46E29BE5}" type="sibTrans" cxnId="{52BF9D0C-B44C-4326-9AEF-9535FEE1CABD}">
      <dgm:prSet/>
      <dgm:spPr/>
      <dgm:t>
        <a:bodyPr/>
        <a:lstStyle/>
        <a:p>
          <a:endParaRPr lang="zh-CN" altLang="en-US"/>
        </a:p>
      </dgm:t>
    </dgm:pt>
    <dgm:pt modelId="{1C5C43F6-4893-42F3-BBA3-29D8B73F9D87}">
      <dgm:prSet phldrT="[文本]" custT="1"/>
      <dgm:spPr/>
      <dgm:t>
        <a:bodyPr/>
        <a:lstStyle/>
        <a:p>
          <a:r>
            <a:rPr lang="en-US" altLang="zh-CN" sz="1800" b="1" dirty="0" err="1" smtClean="0">
              <a:latin typeface="楷体_GB2312" pitchFamily="49" charset="-122"/>
              <a:ea typeface="楷体_GB2312" pitchFamily="49" charset="-122"/>
            </a:rPr>
            <a:t>LS_win</a:t>
          </a:r>
          <a:r>
            <a:rPr lang="en-US" altLang="zh-CN" sz="1800" b="1" dirty="0" smtClean="0">
              <a:latin typeface="楷体_GB2312" pitchFamily="49" charset="-122"/>
              <a:ea typeface="楷体_GB2312" pitchFamily="49" charset="-122"/>
            </a:rPr>
            <a:t>&gt;0.6 or </a:t>
          </a:r>
          <a:r>
            <a:rPr lang="en-US" altLang="zh-CN" sz="1800" b="1" dirty="0" err="1" smtClean="0">
              <a:latin typeface="楷体_GB2312" pitchFamily="49" charset="-122"/>
              <a:ea typeface="楷体_GB2312" pitchFamily="49" charset="-122"/>
            </a:rPr>
            <a:t>LS_win</a:t>
          </a:r>
          <a:r>
            <a:rPr lang="en-US" altLang="zh-CN" sz="1800" b="1" dirty="0" smtClean="0">
              <a:latin typeface="楷体_GB2312" pitchFamily="49" charset="-122"/>
              <a:ea typeface="楷体_GB2312" pitchFamily="49" charset="-122"/>
            </a:rPr>
            <a:t>&lt;0.4</a:t>
          </a:r>
          <a:endParaRPr lang="zh-CN" altLang="en-US" sz="1800" b="1" dirty="0">
            <a:latin typeface="楷体_GB2312" pitchFamily="49" charset="-122"/>
            <a:ea typeface="楷体_GB2312" pitchFamily="49" charset="-122"/>
          </a:endParaRPr>
        </a:p>
      </dgm:t>
    </dgm:pt>
    <dgm:pt modelId="{895385A9-0077-4E75-B313-97C233455CCB}" type="parTrans" cxnId="{2AB4FCED-2E0F-465D-A930-5D0980E1E921}">
      <dgm:prSet/>
      <dgm:spPr/>
      <dgm:t>
        <a:bodyPr/>
        <a:lstStyle/>
        <a:p>
          <a:endParaRPr lang="zh-CN" altLang="en-US"/>
        </a:p>
      </dgm:t>
    </dgm:pt>
    <dgm:pt modelId="{0ADAFE6B-19E1-4BB3-8FCB-5FD22F5875D1}" type="sibTrans" cxnId="{2AB4FCED-2E0F-465D-A930-5D0980E1E921}">
      <dgm:prSet/>
      <dgm:spPr/>
      <dgm:t>
        <a:bodyPr/>
        <a:lstStyle/>
        <a:p>
          <a:endParaRPr lang="zh-CN" altLang="en-US"/>
        </a:p>
      </dgm:t>
    </dgm:pt>
    <dgm:pt modelId="{75F9B67A-5F25-4154-B3BF-40A5CB2159F3}" type="pres">
      <dgm:prSet presAssocID="{A0C6AD9E-DA2A-4EF6-B328-BDC651F47ED4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635597A-54FD-422A-B82F-3E7880EDACD3}" type="pres">
      <dgm:prSet presAssocID="{A0C6AD9E-DA2A-4EF6-B328-BDC651F47ED4}" presName="cycle" presStyleCnt="0"/>
      <dgm:spPr/>
    </dgm:pt>
    <dgm:pt modelId="{02B55151-D52B-4C28-9133-B8B3E4E5BFC2}" type="pres">
      <dgm:prSet presAssocID="{A0C6AD9E-DA2A-4EF6-B328-BDC651F47ED4}" presName="centerShape" presStyleCnt="0"/>
      <dgm:spPr/>
    </dgm:pt>
    <dgm:pt modelId="{407378E4-7301-4367-8DFD-D11374484488}" type="pres">
      <dgm:prSet presAssocID="{A0C6AD9E-DA2A-4EF6-B328-BDC651F47ED4}" presName="connSite" presStyleLbl="node1" presStyleIdx="0" presStyleCnt="4"/>
      <dgm:spPr/>
    </dgm:pt>
    <dgm:pt modelId="{AEB2ABE2-5BF3-4BB7-9337-727A6782BC0F}" type="pres">
      <dgm:prSet presAssocID="{A0C6AD9E-DA2A-4EF6-B328-BDC651F47ED4}" presName="visible" presStyleLbl="node1" presStyleIdx="0" presStyleCnt="4"/>
      <dgm:spPr/>
    </dgm:pt>
    <dgm:pt modelId="{56DC0299-E3F3-49A5-9D26-7E8215288F28}" type="pres">
      <dgm:prSet presAssocID="{705B6318-36C0-48ED-B418-7EA3A02520A1}" presName="Name25" presStyleLbl="parChTrans1D1" presStyleIdx="0" presStyleCnt="3"/>
      <dgm:spPr/>
      <dgm:t>
        <a:bodyPr/>
        <a:lstStyle/>
        <a:p>
          <a:endParaRPr lang="zh-CN" altLang="en-US"/>
        </a:p>
      </dgm:t>
    </dgm:pt>
    <dgm:pt modelId="{6E01C5E0-FFDA-48E8-8B61-19ECFA2A75C2}" type="pres">
      <dgm:prSet presAssocID="{95AD7E4C-D408-47B4-AF13-3E9BCE05C222}" presName="node" presStyleCnt="0"/>
      <dgm:spPr/>
    </dgm:pt>
    <dgm:pt modelId="{FC0D3711-E479-4D1A-931D-EEDCE2345CA8}" type="pres">
      <dgm:prSet presAssocID="{95AD7E4C-D408-47B4-AF13-3E9BCE05C222}" presName="parentNode" presStyleLbl="node1" presStyleIdx="1" presStyleCnt="4" custScaleX="108226" custLinFactNeighborX="22174" custLinFactNeighborY="544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623299B-92C7-44F2-81FE-C526F48346CD}" type="pres">
      <dgm:prSet presAssocID="{95AD7E4C-D408-47B4-AF13-3E9BCE05C222}" presName="childNode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C3B5F52-899A-4ED9-A79A-FB18BDADBA8E}" type="pres">
      <dgm:prSet presAssocID="{864805AA-FCA2-4111-9F8B-B377350BE175}" presName="Name25" presStyleLbl="parChTrans1D1" presStyleIdx="1" presStyleCnt="3"/>
      <dgm:spPr/>
      <dgm:t>
        <a:bodyPr/>
        <a:lstStyle/>
        <a:p>
          <a:endParaRPr lang="zh-CN" altLang="en-US"/>
        </a:p>
      </dgm:t>
    </dgm:pt>
    <dgm:pt modelId="{2C758A72-AC8B-49EF-8773-71F22586C46F}" type="pres">
      <dgm:prSet presAssocID="{4079BE50-6877-42AF-AD3E-4BB25AB49782}" presName="node" presStyleCnt="0"/>
      <dgm:spPr/>
    </dgm:pt>
    <dgm:pt modelId="{3023CF37-74DD-4DAA-B1C6-8C8E93413BDE}" type="pres">
      <dgm:prSet presAssocID="{4079BE50-6877-42AF-AD3E-4BB25AB49782}" presName="parentNode" presStyleLbl="node1" presStyleIdx="2" presStyleCnt="4" custLinFactNeighborX="51127" custLinFactNeighborY="-2677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B62D68C-7B31-4F47-A8AD-FE21EFC50304}" type="pres">
      <dgm:prSet presAssocID="{4079BE50-6877-42AF-AD3E-4BB25AB49782}" presName="childNode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B6B12FF-5FCC-4B69-99B4-F0D229AF5398}" type="pres">
      <dgm:prSet presAssocID="{0AE2491A-FC81-4048-8C2F-B4D3EAF431C9}" presName="Name25" presStyleLbl="parChTrans1D1" presStyleIdx="2" presStyleCnt="3"/>
      <dgm:spPr/>
      <dgm:t>
        <a:bodyPr/>
        <a:lstStyle/>
        <a:p>
          <a:endParaRPr lang="zh-CN" altLang="en-US"/>
        </a:p>
      </dgm:t>
    </dgm:pt>
    <dgm:pt modelId="{CA6D32A8-59D6-4311-B329-C9F1CEEA9A93}" type="pres">
      <dgm:prSet presAssocID="{64AA8761-4B0C-45FC-BFE9-7E1C2935B455}" presName="node" presStyleCnt="0"/>
      <dgm:spPr/>
    </dgm:pt>
    <dgm:pt modelId="{12C66FDE-480E-4DAC-9A20-EB666B8F5F5F}" type="pres">
      <dgm:prSet presAssocID="{64AA8761-4B0C-45FC-BFE9-7E1C2935B455}" presName="parentNode" presStyleLbl="node1" presStyleIdx="3" presStyleCnt="4" custScaleX="106193" custLinFactNeighborX="85189" custLinFactNeighborY="-4624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13A8A74-7F15-4F75-8935-4A74942842CA}" type="pres">
      <dgm:prSet presAssocID="{64AA8761-4B0C-45FC-BFE9-7E1C2935B455}" presName="childNode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22D1A96-6B24-4E8D-ABDA-EF03CA773599}" type="presOf" srcId="{CE9318EF-52BD-4B63-9E64-1DED39187427}" destId="{D623299B-92C7-44F2-81FE-C526F48346CD}" srcOrd="0" destOrd="0" presId="urn:microsoft.com/office/officeart/2005/8/layout/radial2"/>
    <dgm:cxn modelId="{B78C8F35-0896-4C51-ACD9-7B75B6A2AAF8}" type="presOf" srcId="{07193034-02CA-41DF-AEF3-744CC8EF382F}" destId="{D623299B-92C7-44F2-81FE-C526F48346CD}" srcOrd="0" destOrd="1" presId="urn:microsoft.com/office/officeart/2005/8/layout/radial2"/>
    <dgm:cxn modelId="{96D7121F-6CB7-4E0F-8133-741BD74AFD7A}" srcId="{95AD7E4C-D408-47B4-AF13-3E9BCE05C222}" destId="{CE9318EF-52BD-4B63-9E64-1DED39187427}" srcOrd="0" destOrd="0" parTransId="{94FF5867-2510-4C1A-8A20-66E2A1E6F288}" sibTransId="{8CB2EF57-1691-4D48-97F3-1C16975BFA72}"/>
    <dgm:cxn modelId="{CCDBE541-9EFD-4786-8908-0996D6D959B9}" srcId="{A0C6AD9E-DA2A-4EF6-B328-BDC651F47ED4}" destId="{64AA8761-4B0C-45FC-BFE9-7E1C2935B455}" srcOrd="2" destOrd="0" parTransId="{0AE2491A-FC81-4048-8C2F-B4D3EAF431C9}" sibTransId="{CC397820-EEE7-4C33-9BCB-A4C11033F049}"/>
    <dgm:cxn modelId="{3A8C875E-23A1-4F99-9F6D-5FABA1C176DD}" type="presOf" srcId="{A270BB12-5F96-4AF9-9881-B791EA868434}" destId="{BB62D68C-7B31-4F47-A8AD-FE21EFC50304}" srcOrd="0" destOrd="1" presId="urn:microsoft.com/office/officeart/2005/8/layout/radial2"/>
    <dgm:cxn modelId="{AA5888FF-E797-45AC-877A-7A32901C933D}" type="presOf" srcId="{A0C6AD9E-DA2A-4EF6-B328-BDC651F47ED4}" destId="{75F9B67A-5F25-4154-B3BF-40A5CB2159F3}" srcOrd="0" destOrd="0" presId="urn:microsoft.com/office/officeart/2005/8/layout/radial2"/>
    <dgm:cxn modelId="{52BF9D0C-B44C-4326-9AEF-9535FEE1CABD}" srcId="{64AA8761-4B0C-45FC-BFE9-7E1C2935B455}" destId="{9FA9E50D-96AD-4D06-AE9A-0744E37E8939}" srcOrd="0" destOrd="0" parTransId="{7BEF273E-46BA-43F5-B69F-CD8070125D2E}" sibTransId="{6E74CCF9-31A9-4127-9730-A9DC46E29BE5}"/>
    <dgm:cxn modelId="{BA1C526A-8E39-4857-94E2-09909EFE1443}" srcId="{95AD7E4C-D408-47B4-AF13-3E9BCE05C222}" destId="{07193034-02CA-41DF-AEF3-744CC8EF382F}" srcOrd="1" destOrd="0" parTransId="{0F167D45-81D6-4FAD-A3A5-F021C05069C7}" sibTransId="{75FF16C4-E183-4A97-88F7-70962E7965EB}"/>
    <dgm:cxn modelId="{8560286F-AF8F-40DA-9BE4-7320981B94F3}" srcId="{4079BE50-6877-42AF-AD3E-4BB25AB49782}" destId="{C4DC41EE-EF05-47A4-8D57-A1575937AFBC}" srcOrd="0" destOrd="0" parTransId="{3880AEAD-1102-45D6-A29A-61440987B815}" sibTransId="{820EDEFB-850A-40B0-A636-DFB135BD1DD7}"/>
    <dgm:cxn modelId="{4B9A4455-B5BE-4008-A93C-C7981D4ACEBB}" type="presOf" srcId="{1C5C43F6-4893-42F3-BBA3-29D8B73F9D87}" destId="{A13A8A74-7F15-4F75-8935-4A74942842CA}" srcOrd="0" destOrd="1" presId="urn:microsoft.com/office/officeart/2005/8/layout/radial2"/>
    <dgm:cxn modelId="{A967DF7B-2B58-4CCE-BD77-1955374F7589}" type="presOf" srcId="{864805AA-FCA2-4111-9F8B-B377350BE175}" destId="{8C3B5F52-899A-4ED9-A79A-FB18BDADBA8E}" srcOrd="0" destOrd="0" presId="urn:microsoft.com/office/officeart/2005/8/layout/radial2"/>
    <dgm:cxn modelId="{883A9CF8-CB73-46C9-8E0E-CCD1F84571C7}" type="presOf" srcId="{C4DC41EE-EF05-47A4-8D57-A1575937AFBC}" destId="{BB62D68C-7B31-4F47-A8AD-FE21EFC50304}" srcOrd="0" destOrd="0" presId="urn:microsoft.com/office/officeart/2005/8/layout/radial2"/>
    <dgm:cxn modelId="{2AB4FCED-2E0F-465D-A930-5D0980E1E921}" srcId="{64AA8761-4B0C-45FC-BFE9-7E1C2935B455}" destId="{1C5C43F6-4893-42F3-BBA3-29D8B73F9D87}" srcOrd="1" destOrd="0" parTransId="{895385A9-0077-4E75-B313-97C233455CCB}" sibTransId="{0ADAFE6B-19E1-4BB3-8FCB-5FD22F5875D1}"/>
    <dgm:cxn modelId="{A83F0B21-2095-4CD0-B200-4EA4637BFB41}" srcId="{A0C6AD9E-DA2A-4EF6-B328-BDC651F47ED4}" destId="{95AD7E4C-D408-47B4-AF13-3E9BCE05C222}" srcOrd="0" destOrd="0" parTransId="{705B6318-36C0-48ED-B418-7EA3A02520A1}" sibTransId="{B2BACDD3-023E-4F79-92E7-B2E83A6DC6C0}"/>
    <dgm:cxn modelId="{7013DD20-2586-4B0C-AD5D-B86854DBA762}" srcId="{A0C6AD9E-DA2A-4EF6-B328-BDC651F47ED4}" destId="{4079BE50-6877-42AF-AD3E-4BB25AB49782}" srcOrd="1" destOrd="0" parTransId="{864805AA-FCA2-4111-9F8B-B377350BE175}" sibTransId="{7A501FE9-6062-4769-ACF8-48DE40223FE3}"/>
    <dgm:cxn modelId="{EFEA2E17-4B9F-4755-B65C-9854E149D689}" type="presOf" srcId="{9FA9E50D-96AD-4D06-AE9A-0744E37E8939}" destId="{A13A8A74-7F15-4F75-8935-4A74942842CA}" srcOrd="0" destOrd="0" presId="urn:microsoft.com/office/officeart/2005/8/layout/radial2"/>
    <dgm:cxn modelId="{5AA91EAB-993A-4AB0-A8EB-57B071E53C83}" type="presOf" srcId="{705B6318-36C0-48ED-B418-7EA3A02520A1}" destId="{56DC0299-E3F3-49A5-9D26-7E8215288F28}" srcOrd="0" destOrd="0" presId="urn:microsoft.com/office/officeart/2005/8/layout/radial2"/>
    <dgm:cxn modelId="{F5875C66-00C6-4CE1-85D1-91CE994C0367}" srcId="{4079BE50-6877-42AF-AD3E-4BB25AB49782}" destId="{A270BB12-5F96-4AF9-9881-B791EA868434}" srcOrd="1" destOrd="0" parTransId="{2F412877-F7F3-4435-B6B7-2D09F0AEF193}" sibTransId="{89E31871-B8B1-4158-AA40-B406ED1DEAC0}"/>
    <dgm:cxn modelId="{9C212563-CD74-4D81-B33B-67D7F9F55391}" type="presOf" srcId="{64AA8761-4B0C-45FC-BFE9-7E1C2935B455}" destId="{12C66FDE-480E-4DAC-9A20-EB666B8F5F5F}" srcOrd="0" destOrd="0" presId="urn:microsoft.com/office/officeart/2005/8/layout/radial2"/>
    <dgm:cxn modelId="{B7C108EC-548A-4438-82E2-6D28FC58ADE1}" type="presOf" srcId="{4079BE50-6877-42AF-AD3E-4BB25AB49782}" destId="{3023CF37-74DD-4DAA-B1C6-8C8E93413BDE}" srcOrd="0" destOrd="0" presId="urn:microsoft.com/office/officeart/2005/8/layout/radial2"/>
    <dgm:cxn modelId="{7AAF7D29-0549-40EB-B5E3-622CB2E4CC1A}" type="presOf" srcId="{0AE2491A-FC81-4048-8C2F-B4D3EAF431C9}" destId="{5B6B12FF-5FCC-4B69-99B4-F0D229AF5398}" srcOrd="0" destOrd="0" presId="urn:microsoft.com/office/officeart/2005/8/layout/radial2"/>
    <dgm:cxn modelId="{C41B5F3B-CB05-4CC0-A3E7-079FA625DBAA}" type="presOf" srcId="{95AD7E4C-D408-47B4-AF13-3E9BCE05C222}" destId="{FC0D3711-E479-4D1A-931D-EEDCE2345CA8}" srcOrd="0" destOrd="0" presId="urn:microsoft.com/office/officeart/2005/8/layout/radial2"/>
    <dgm:cxn modelId="{CA7E8302-C2EC-4BF8-85AA-49439C185B5D}" type="presParOf" srcId="{75F9B67A-5F25-4154-B3BF-40A5CB2159F3}" destId="{6635597A-54FD-422A-B82F-3E7880EDACD3}" srcOrd="0" destOrd="0" presId="urn:microsoft.com/office/officeart/2005/8/layout/radial2"/>
    <dgm:cxn modelId="{9A5F69CB-430C-41E1-8B5A-5ADCB0594C95}" type="presParOf" srcId="{6635597A-54FD-422A-B82F-3E7880EDACD3}" destId="{02B55151-D52B-4C28-9133-B8B3E4E5BFC2}" srcOrd="0" destOrd="0" presId="urn:microsoft.com/office/officeart/2005/8/layout/radial2"/>
    <dgm:cxn modelId="{E2931E9B-F464-448A-9397-7E746A94C81D}" type="presParOf" srcId="{02B55151-D52B-4C28-9133-B8B3E4E5BFC2}" destId="{407378E4-7301-4367-8DFD-D11374484488}" srcOrd="0" destOrd="0" presId="urn:microsoft.com/office/officeart/2005/8/layout/radial2"/>
    <dgm:cxn modelId="{C44D2B79-C9A2-42F4-933A-792BAEE0AAEF}" type="presParOf" srcId="{02B55151-D52B-4C28-9133-B8B3E4E5BFC2}" destId="{AEB2ABE2-5BF3-4BB7-9337-727A6782BC0F}" srcOrd="1" destOrd="0" presId="urn:microsoft.com/office/officeart/2005/8/layout/radial2"/>
    <dgm:cxn modelId="{3E233D5F-D369-44AD-93C4-8288E5137AEE}" type="presParOf" srcId="{6635597A-54FD-422A-B82F-3E7880EDACD3}" destId="{56DC0299-E3F3-49A5-9D26-7E8215288F28}" srcOrd="1" destOrd="0" presId="urn:microsoft.com/office/officeart/2005/8/layout/radial2"/>
    <dgm:cxn modelId="{E6721AB9-7F1F-49C0-8DFC-B7C37B25EA69}" type="presParOf" srcId="{6635597A-54FD-422A-B82F-3E7880EDACD3}" destId="{6E01C5E0-FFDA-48E8-8B61-19ECFA2A75C2}" srcOrd="2" destOrd="0" presId="urn:microsoft.com/office/officeart/2005/8/layout/radial2"/>
    <dgm:cxn modelId="{33B43319-A48B-4B48-82F0-1AB8D0C0C04B}" type="presParOf" srcId="{6E01C5E0-FFDA-48E8-8B61-19ECFA2A75C2}" destId="{FC0D3711-E479-4D1A-931D-EEDCE2345CA8}" srcOrd="0" destOrd="0" presId="urn:microsoft.com/office/officeart/2005/8/layout/radial2"/>
    <dgm:cxn modelId="{C5BA7596-0D5D-4801-B77E-7546297704D1}" type="presParOf" srcId="{6E01C5E0-FFDA-48E8-8B61-19ECFA2A75C2}" destId="{D623299B-92C7-44F2-81FE-C526F48346CD}" srcOrd="1" destOrd="0" presId="urn:microsoft.com/office/officeart/2005/8/layout/radial2"/>
    <dgm:cxn modelId="{3062446C-76D4-4FF0-8BD1-FA0FF02EDE9D}" type="presParOf" srcId="{6635597A-54FD-422A-B82F-3E7880EDACD3}" destId="{8C3B5F52-899A-4ED9-A79A-FB18BDADBA8E}" srcOrd="3" destOrd="0" presId="urn:microsoft.com/office/officeart/2005/8/layout/radial2"/>
    <dgm:cxn modelId="{CAA7B456-2786-4EF3-8FCA-D476FE78F5B6}" type="presParOf" srcId="{6635597A-54FD-422A-B82F-3E7880EDACD3}" destId="{2C758A72-AC8B-49EF-8773-71F22586C46F}" srcOrd="4" destOrd="0" presId="urn:microsoft.com/office/officeart/2005/8/layout/radial2"/>
    <dgm:cxn modelId="{BE5E2A48-683A-49BA-8210-01D1575BFE32}" type="presParOf" srcId="{2C758A72-AC8B-49EF-8773-71F22586C46F}" destId="{3023CF37-74DD-4DAA-B1C6-8C8E93413BDE}" srcOrd="0" destOrd="0" presId="urn:microsoft.com/office/officeart/2005/8/layout/radial2"/>
    <dgm:cxn modelId="{409B797B-739D-46BC-A245-304BDE57CEA7}" type="presParOf" srcId="{2C758A72-AC8B-49EF-8773-71F22586C46F}" destId="{BB62D68C-7B31-4F47-A8AD-FE21EFC50304}" srcOrd="1" destOrd="0" presId="urn:microsoft.com/office/officeart/2005/8/layout/radial2"/>
    <dgm:cxn modelId="{BE05EC28-B133-46AC-A29B-8B7C107F9FB4}" type="presParOf" srcId="{6635597A-54FD-422A-B82F-3E7880EDACD3}" destId="{5B6B12FF-5FCC-4B69-99B4-F0D229AF5398}" srcOrd="5" destOrd="0" presId="urn:microsoft.com/office/officeart/2005/8/layout/radial2"/>
    <dgm:cxn modelId="{03A4CC39-1388-4291-9981-E118CC7E4725}" type="presParOf" srcId="{6635597A-54FD-422A-B82F-3E7880EDACD3}" destId="{CA6D32A8-59D6-4311-B329-C9F1CEEA9A93}" srcOrd="6" destOrd="0" presId="urn:microsoft.com/office/officeart/2005/8/layout/radial2"/>
    <dgm:cxn modelId="{58165C9B-4B3F-4AB6-99A0-28E44CBAEB51}" type="presParOf" srcId="{CA6D32A8-59D6-4311-B329-C9F1CEEA9A93}" destId="{12C66FDE-480E-4DAC-9A20-EB666B8F5F5F}" srcOrd="0" destOrd="0" presId="urn:microsoft.com/office/officeart/2005/8/layout/radial2"/>
    <dgm:cxn modelId="{C2200AB5-4910-450C-9028-28F880C0D0FC}" type="presParOf" srcId="{CA6D32A8-59D6-4311-B329-C9F1CEEA9A93}" destId="{A13A8A74-7F15-4F75-8935-4A74942842CA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1184231-A6C9-434E-8B0D-93B6F0D6E19E}" type="doc">
      <dgm:prSet loTypeId="urn:microsoft.com/office/officeart/2005/8/layout/funnel1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139CE986-1173-4EA9-97D6-ADD597268E6E}">
      <dgm:prSet phldrT="[文本]"/>
      <dgm:spPr>
        <a:gradFill rotWithShape="0">
          <a:gsLst>
            <a:gs pos="0">
              <a:srgbClr val="FF0000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16200000" scaled="0"/>
        </a:gradFill>
      </dgm:spPr>
      <dgm:t>
        <a:bodyPr/>
        <a:lstStyle/>
        <a:p>
          <a:r>
            <a:rPr lang="en-US" altLang="zh-CN" dirty="0" smtClean="0"/>
            <a:t>EP</a:t>
          </a:r>
          <a:endParaRPr lang="zh-CN" altLang="en-US" dirty="0"/>
        </a:p>
      </dgm:t>
    </dgm:pt>
    <dgm:pt modelId="{9A3DFC5A-4949-45F5-8A39-549F0CF72621}" type="parTrans" cxnId="{29D39864-6210-43A9-B07B-4357355C3B0D}">
      <dgm:prSet/>
      <dgm:spPr/>
      <dgm:t>
        <a:bodyPr/>
        <a:lstStyle/>
        <a:p>
          <a:endParaRPr lang="zh-CN" altLang="en-US"/>
        </a:p>
      </dgm:t>
    </dgm:pt>
    <dgm:pt modelId="{47136665-7963-4E7A-8864-319F34CA77E0}" type="sibTrans" cxnId="{29D39864-6210-43A9-B07B-4357355C3B0D}">
      <dgm:prSet/>
      <dgm:spPr/>
      <dgm:t>
        <a:bodyPr/>
        <a:lstStyle/>
        <a:p>
          <a:endParaRPr lang="zh-CN" altLang="en-US"/>
        </a:p>
      </dgm:t>
    </dgm:pt>
    <dgm:pt modelId="{1C8E6501-6E4B-4BA6-B85C-3971F4722976}">
      <dgm:prSet phldrT="[文本]"/>
      <dgm:spPr>
        <a:gradFill rotWithShape="0">
          <a:gsLst>
            <a:gs pos="0">
              <a:srgbClr val="FF3399"/>
            </a:gs>
            <a:gs pos="25000">
              <a:srgbClr val="FF6633"/>
            </a:gs>
            <a:gs pos="50000">
              <a:srgbClr val="FFFF00"/>
            </a:gs>
            <a:gs pos="75000">
              <a:srgbClr val="01A78F"/>
            </a:gs>
            <a:gs pos="100000">
              <a:srgbClr val="3366FF"/>
            </a:gs>
          </a:gsLst>
          <a:lin ang="16200000" scaled="0"/>
        </a:gradFill>
      </dgm:spPr>
      <dgm:t>
        <a:bodyPr/>
        <a:lstStyle/>
        <a:p>
          <a:r>
            <a:rPr lang="zh-CN" altLang="en-US" dirty="0" smtClean="0"/>
            <a:t>总资产周转率</a:t>
          </a:r>
          <a:endParaRPr lang="zh-CN" altLang="en-US" dirty="0"/>
        </a:p>
      </dgm:t>
    </dgm:pt>
    <dgm:pt modelId="{58010A17-7EC4-4055-9A24-A013BF98109C}" type="parTrans" cxnId="{A117F169-9ABE-47A4-BD55-FBFD3452F603}">
      <dgm:prSet/>
      <dgm:spPr/>
      <dgm:t>
        <a:bodyPr/>
        <a:lstStyle/>
        <a:p>
          <a:endParaRPr lang="zh-CN" altLang="en-US"/>
        </a:p>
      </dgm:t>
    </dgm:pt>
    <dgm:pt modelId="{93DA5594-4007-4CAE-BA6B-02E66E3A647A}" type="sibTrans" cxnId="{A117F169-9ABE-47A4-BD55-FBFD3452F603}">
      <dgm:prSet/>
      <dgm:spPr/>
      <dgm:t>
        <a:bodyPr/>
        <a:lstStyle/>
        <a:p>
          <a:endParaRPr lang="zh-CN" altLang="en-US"/>
        </a:p>
      </dgm:t>
    </dgm:pt>
    <dgm:pt modelId="{FF4B22B4-F293-41B7-9846-39E986D0E766}">
      <dgm:prSet phldrT="[文本]"/>
      <dgm:spPr/>
      <dgm:t>
        <a:bodyPr/>
        <a:lstStyle/>
        <a:p>
          <a:r>
            <a:rPr lang="zh-CN" altLang="en-US" dirty="0" smtClean="0"/>
            <a:t>一个月反转</a:t>
          </a:r>
          <a:endParaRPr lang="zh-CN" altLang="en-US" dirty="0"/>
        </a:p>
      </dgm:t>
    </dgm:pt>
    <dgm:pt modelId="{009AE3F7-04AA-4B69-9A62-DCD135B0EF60}" type="parTrans" cxnId="{9E9B7E4A-7EA0-4682-A5EE-61F5A11104F6}">
      <dgm:prSet/>
      <dgm:spPr/>
      <dgm:t>
        <a:bodyPr/>
        <a:lstStyle/>
        <a:p>
          <a:endParaRPr lang="zh-CN" altLang="en-US"/>
        </a:p>
      </dgm:t>
    </dgm:pt>
    <dgm:pt modelId="{D2EAFF4F-5CE4-4590-BE11-8B5A9A1351DE}" type="sibTrans" cxnId="{9E9B7E4A-7EA0-4682-A5EE-61F5A11104F6}">
      <dgm:prSet/>
      <dgm:spPr/>
      <dgm:t>
        <a:bodyPr/>
        <a:lstStyle/>
        <a:p>
          <a:endParaRPr lang="zh-CN" altLang="en-US"/>
        </a:p>
      </dgm:t>
    </dgm:pt>
    <dgm:pt modelId="{CD153470-ED84-4B42-9A38-ADE12181ABC0}">
      <dgm:prSet phldrT="[文本]"/>
      <dgm:spPr/>
      <dgm:t>
        <a:bodyPr/>
        <a:lstStyle/>
        <a:p>
          <a:r>
            <a:rPr lang="zh-CN" altLang="en-US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rPr>
            <a:t>综合能力得分</a:t>
          </a:r>
          <a:endParaRPr lang="zh-CN" altLang="en-US" b="1" dirty="0">
            <a:solidFill>
              <a:schemeClr val="bg1"/>
            </a:solidFill>
            <a:latin typeface="楷体_GB2312" pitchFamily="49" charset="-122"/>
            <a:ea typeface="楷体_GB2312" pitchFamily="49" charset="-122"/>
          </a:endParaRPr>
        </a:p>
      </dgm:t>
    </dgm:pt>
    <dgm:pt modelId="{EF03F347-39BF-4205-99DC-F41FDD87A90C}" type="sibTrans" cxnId="{C0030F47-C5E3-4955-BD4C-B5E473733EAD}">
      <dgm:prSet/>
      <dgm:spPr/>
      <dgm:t>
        <a:bodyPr/>
        <a:lstStyle/>
        <a:p>
          <a:endParaRPr lang="zh-CN" altLang="en-US"/>
        </a:p>
      </dgm:t>
    </dgm:pt>
    <dgm:pt modelId="{A1B6C221-5A9D-4746-BD02-B045B25B601C}" type="parTrans" cxnId="{C0030F47-C5E3-4955-BD4C-B5E473733EAD}">
      <dgm:prSet/>
      <dgm:spPr/>
      <dgm:t>
        <a:bodyPr/>
        <a:lstStyle/>
        <a:p>
          <a:endParaRPr lang="zh-CN" altLang="en-US"/>
        </a:p>
      </dgm:t>
    </dgm:pt>
    <dgm:pt modelId="{77F033BB-D831-47CC-B04D-ABB04C540AB9}" type="pres">
      <dgm:prSet presAssocID="{F1184231-A6C9-434E-8B0D-93B6F0D6E19E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80C853F-5100-4BD5-BDB9-41C83FF201D6}" type="pres">
      <dgm:prSet presAssocID="{F1184231-A6C9-434E-8B0D-93B6F0D6E19E}" presName="ellipse" presStyleLbl="trBgShp" presStyleIdx="0" presStyleCnt="1"/>
      <dgm:spPr/>
    </dgm:pt>
    <dgm:pt modelId="{16D9BD1B-971D-46C6-8D1C-FBEBE4871178}" type="pres">
      <dgm:prSet presAssocID="{F1184231-A6C9-434E-8B0D-93B6F0D6E19E}" presName="arrow1" presStyleLbl="fgShp" presStyleIdx="0" presStyleCnt="1"/>
      <dgm:spPr/>
    </dgm:pt>
    <dgm:pt modelId="{7FD8D891-3718-4713-BEB2-1AE0D23DDEC2}" type="pres">
      <dgm:prSet presAssocID="{F1184231-A6C9-434E-8B0D-93B6F0D6E19E}" presName="rectangle" presStyleLbl="revTx" presStyleIdx="0" presStyleCnt="1" custLinFactNeighborX="2349" custLinFactNeighborY="7851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083D8E7-5EE0-401F-9CE7-6C42AB5C904D}" type="pres">
      <dgm:prSet presAssocID="{1C8E6501-6E4B-4BA6-B85C-3971F4722976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2BF1DE0-BF15-4820-9808-E7D9EBA432BF}" type="pres">
      <dgm:prSet presAssocID="{FF4B22B4-F293-41B7-9846-39E986D0E766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8FC5A02-86C5-41C7-975B-F27604076F0D}" type="pres">
      <dgm:prSet presAssocID="{CD153470-ED84-4B42-9A38-ADE12181ABC0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0B77FAC-1FCF-434C-A48E-FE5616C35E94}" type="pres">
      <dgm:prSet presAssocID="{F1184231-A6C9-434E-8B0D-93B6F0D6E19E}" presName="funnel" presStyleLbl="trAlignAcc1" presStyleIdx="0" presStyleCnt="1" custLinFactNeighborX="1224" custLinFactNeighborY="1531"/>
      <dgm:spPr/>
    </dgm:pt>
  </dgm:ptLst>
  <dgm:cxnLst>
    <dgm:cxn modelId="{A117F169-9ABE-47A4-BD55-FBFD3452F603}" srcId="{F1184231-A6C9-434E-8B0D-93B6F0D6E19E}" destId="{1C8E6501-6E4B-4BA6-B85C-3971F4722976}" srcOrd="1" destOrd="0" parTransId="{58010A17-7EC4-4055-9A24-A013BF98109C}" sibTransId="{93DA5594-4007-4CAE-BA6B-02E66E3A647A}"/>
    <dgm:cxn modelId="{C1A391CB-B5E7-48B8-A66A-CC7468179753}" type="presOf" srcId="{CD153470-ED84-4B42-9A38-ADE12181ABC0}" destId="{7FD8D891-3718-4713-BEB2-1AE0D23DDEC2}" srcOrd="0" destOrd="0" presId="urn:microsoft.com/office/officeart/2005/8/layout/funnel1"/>
    <dgm:cxn modelId="{F1C25859-6442-4620-BF0D-14385D7AFF45}" type="presOf" srcId="{139CE986-1173-4EA9-97D6-ADD597268E6E}" destId="{A8FC5A02-86C5-41C7-975B-F27604076F0D}" srcOrd="0" destOrd="0" presId="urn:microsoft.com/office/officeart/2005/8/layout/funnel1"/>
    <dgm:cxn modelId="{C0030F47-C5E3-4955-BD4C-B5E473733EAD}" srcId="{F1184231-A6C9-434E-8B0D-93B6F0D6E19E}" destId="{CD153470-ED84-4B42-9A38-ADE12181ABC0}" srcOrd="3" destOrd="0" parTransId="{A1B6C221-5A9D-4746-BD02-B045B25B601C}" sibTransId="{EF03F347-39BF-4205-99DC-F41FDD87A90C}"/>
    <dgm:cxn modelId="{2547AB76-CC58-4B4D-845C-64A74D9C171D}" type="presOf" srcId="{F1184231-A6C9-434E-8B0D-93B6F0D6E19E}" destId="{77F033BB-D831-47CC-B04D-ABB04C540AB9}" srcOrd="0" destOrd="0" presId="urn:microsoft.com/office/officeart/2005/8/layout/funnel1"/>
    <dgm:cxn modelId="{35CB0748-F3C5-46CF-80F3-B1F46A48863D}" type="presOf" srcId="{1C8E6501-6E4B-4BA6-B85C-3971F4722976}" destId="{12BF1DE0-BF15-4820-9808-E7D9EBA432BF}" srcOrd="0" destOrd="0" presId="urn:microsoft.com/office/officeart/2005/8/layout/funnel1"/>
    <dgm:cxn modelId="{41683095-12AE-4030-8444-E1C0E9C94EC4}" type="presOf" srcId="{FF4B22B4-F293-41B7-9846-39E986D0E766}" destId="{4083D8E7-5EE0-401F-9CE7-6C42AB5C904D}" srcOrd="0" destOrd="0" presId="urn:microsoft.com/office/officeart/2005/8/layout/funnel1"/>
    <dgm:cxn modelId="{9E9B7E4A-7EA0-4682-A5EE-61F5A11104F6}" srcId="{F1184231-A6C9-434E-8B0D-93B6F0D6E19E}" destId="{FF4B22B4-F293-41B7-9846-39E986D0E766}" srcOrd="2" destOrd="0" parTransId="{009AE3F7-04AA-4B69-9A62-DCD135B0EF60}" sibTransId="{D2EAFF4F-5CE4-4590-BE11-8B5A9A1351DE}"/>
    <dgm:cxn modelId="{29D39864-6210-43A9-B07B-4357355C3B0D}" srcId="{F1184231-A6C9-434E-8B0D-93B6F0D6E19E}" destId="{139CE986-1173-4EA9-97D6-ADD597268E6E}" srcOrd="0" destOrd="0" parTransId="{9A3DFC5A-4949-45F5-8A39-549F0CF72621}" sibTransId="{47136665-7963-4E7A-8864-319F34CA77E0}"/>
    <dgm:cxn modelId="{84E63EB1-CCF5-42BF-8C3C-CB89FEEB4919}" type="presParOf" srcId="{77F033BB-D831-47CC-B04D-ABB04C540AB9}" destId="{580C853F-5100-4BD5-BDB9-41C83FF201D6}" srcOrd="0" destOrd="0" presId="urn:microsoft.com/office/officeart/2005/8/layout/funnel1"/>
    <dgm:cxn modelId="{DB897862-47B8-4E8A-983F-01FF9F2B6F90}" type="presParOf" srcId="{77F033BB-D831-47CC-B04D-ABB04C540AB9}" destId="{16D9BD1B-971D-46C6-8D1C-FBEBE4871178}" srcOrd="1" destOrd="0" presId="urn:microsoft.com/office/officeart/2005/8/layout/funnel1"/>
    <dgm:cxn modelId="{942F6DAF-7B62-4576-97D4-164EFF4154BE}" type="presParOf" srcId="{77F033BB-D831-47CC-B04D-ABB04C540AB9}" destId="{7FD8D891-3718-4713-BEB2-1AE0D23DDEC2}" srcOrd="2" destOrd="0" presId="urn:microsoft.com/office/officeart/2005/8/layout/funnel1"/>
    <dgm:cxn modelId="{78F3863C-80A1-4FA5-BB7F-18F791E60BCD}" type="presParOf" srcId="{77F033BB-D831-47CC-B04D-ABB04C540AB9}" destId="{4083D8E7-5EE0-401F-9CE7-6C42AB5C904D}" srcOrd="3" destOrd="0" presId="urn:microsoft.com/office/officeart/2005/8/layout/funnel1"/>
    <dgm:cxn modelId="{4432EC42-1515-46AF-BB92-3E40047302F7}" type="presParOf" srcId="{77F033BB-D831-47CC-B04D-ABB04C540AB9}" destId="{12BF1DE0-BF15-4820-9808-E7D9EBA432BF}" srcOrd="4" destOrd="0" presId="urn:microsoft.com/office/officeart/2005/8/layout/funnel1"/>
    <dgm:cxn modelId="{DC92A326-8D83-448E-8E82-25CD79319B5D}" type="presParOf" srcId="{77F033BB-D831-47CC-B04D-ABB04C540AB9}" destId="{A8FC5A02-86C5-41C7-975B-F27604076F0D}" srcOrd="5" destOrd="0" presId="urn:microsoft.com/office/officeart/2005/8/layout/funnel1"/>
    <dgm:cxn modelId="{77B2F966-A4B7-45FF-B341-8337ED6D4423}" type="presParOf" srcId="{77F033BB-D831-47CC-B04D-ABB04C540AB9}" destId="{F0B77FAC-1FCF-434C-A48E-FE5616C35E94}" srcOrd="6" destOrd="0" presId="urn:microsoft.com/office/officeart/2005/8/layout/funnel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xmlns="" relId="rId1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A327984-86DC-4223-A5B0-521BAC19CB99}" type="presOf" srcId="{C253B0E8-10AA-4B20-9118-F9A0A4715E2C}" destId="{E15EE69B-9568-4F48-9D21-3417A6EB2DC4}" srcOrd="1" destOrd="0" presId="urn:microsoft.com/office/officeart/2005/8/layout/list1"/>
    <dgm:cxn modelId="{007C37A5-C6B0-49DB-9777-6206237B23FD}" type="presOf" srcId="{C253B0E8-10AA-4B20-9118-F9A0A4715E2C}" destId="{1F98B25F-4277-4FE9-A32F-FB0B8790829A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B8F07E45-D9A8-45CC-BCE5-26823F86A19A}" type="presOf" srcId="{931EC4EF-E2AD-4241-AB06-315D19113FC2}" destId="{2559698C-F55E-49FB-9DCF-2D3943FF4CBD}" srcOrd="0" destOrd="0" presId="urn:microsoft.com/office/officeart/2005/8/layout/list1"/>
    <dgm:cxn modelId="{D61F7F63-3534-4744-B25F-7DD814F3675D}" type="presParOf" srcId="{2559698C-F55E-49FB-9DCF-2D3943FF4CBD}" destId="{513FD888-ACF5-49F5-A759-161ED53DFD31}" srcOrd="0" destOrd="0" presId="urn:microsoft.com/office/officeart/2005/8/layout/list1"/>
    <dgm:cxn modelId="{6CB141AE-F70B-4037-9002-A9BB7C140393}" type="presParOf" srcId="{513FD888-ACF5-49F5-A759-161ED53DFD31}" destId="{1F98B25F-4277-4FE9-A32F-FB0B8790829A}" srcOrd="0" destOrd="0" presId="urn:microsoft.com/office/officeart/2005/8/layout/list1"/>
    <dgm:cxn modelId="{3EE784B3-D749-47BB-9AD5-A03D2A353209}" type="presParOf" srcId="{513FD888-ACF5-49F5-A759-161ED53DFD31}" destId="{E15EE69B-9568-4F48-9D21-3417A6EB2DC4}" srcOrd="1" destOrd="0" presId="urn:microsoft.com/office/officeart/2005/8/layout/list1"/>
    <dgm:cxn modelId="{81E3A6D6-6BE4-4DDB-95B3-0240E765E080}" type="presParOf" srcId="{2559698C-F55E-49FB-9DCF-2D3943FF4CBD}" destId="{291190EF-A873-44FD-890A-8068418C0F46}" srcOrd="1" destOrd="0" presId="urn:microsoft.com/office/officeart/2005/8/layout/list1"/>
    <dgm:cxn modelId="{6B650FCB-0FE6-4182-9DFC-45030FA01A3D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26B3985-2ECE-4A9B-B8BA-DB32ED9AE138}" type="presOf" srcId="{C253B0E8-10AA-4B20-9118-F9A0A4715E2C}" destId="{1F98B25F-4277-4FE9-A32F-FB0B8790829A}" srcOrd="0" destOrd="0" presId="urn:microsoft.com/office/officeart/2005/8/layout/list1"/>
    <dgm:cxn modelId="{74E41F70-2599-4E2B-BA8A-D8B3941932B3}" type="presOf" srcId="{931EC4EF-E2AD-4241-AB06-315D19113FC2}" destId="{2559698C-F55E-49FB-9DCF-2D3943FF4CBD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21F6E06F-F6E5-43F4-AE34-FDA3EF031CBC}" type="presOf" srcId="{C253B0E8-10AA-4B20-9118-F9A0A4715E2C}" destId="{E15EE69B-9568-4F48-9D21-3417A6EB2DC4}" srcOrd="1" destOrd="0" presId="urn:microsoft.com/office/officeart/2005/8/layout/list1"/>
    <dgm:cxn modelId="{30D80CEC-DF52-4DAF-9508-F7CF95C50723}" type="presParOf" srcId="{2559698C-F55E-49FB-9DCF-2D3943FF4CBD}" destId="{513FD888-ACF5-49F5-A759-161ED53DFD31}" srcOrd="0" destOrd="0" presId="urn:microsoft.com/office/officeart/2005/8/layout/list1"/>
    <dgm:cxn modelId="{98EDE25B-FFD1-42D3-8A01-A6F39A3AFC43}" type="presParOf" srcId="{513FD888-ACF5-49F5-A759-161ED53DFD31}" destId="{1F98B25F-4277-4FE9-A32F-FB0B8790829A}" srcOrd="0" destOrd="0" presId="urn:microsoft.com/office/officeart/2005/8/layout/list1"/>
    <dgm:cxn modelId="{3732D812-BDE9-40EA-B8E6-34A8D4A8CF54}" type="presParOf" srcId="{513FD888-ACF5-49F5-A759-161ED53DFD31}" destId="{E15EE69B-9568-4F48-9D21-3417A6EB2DC4}" srcOrd="1" destOrd="0" presId="urn:microsoft.com/office/officeart/2005/8/layout/list1"/>
    <dgm:cxn modelId="{E6AE6CA6-D5FC-4E7C-8735-F3DD5B723EA1}" type="presParOf" srcId="{2559698C-F55E-49FB-9DCF-2D3943FF4CBD}" destId="{291190EF-A873-44FD-890A-8068418C0F46}" srcOrd="1" destOrd="0" presId="urn:microsoft.com/office/officeart/2005/8/layout/list1"/>
    <dgm:cxn modelId="{96794351-FF44-4257-B128-A3B0DB5EAE05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DFCEFF4-4AB1-41B3-BA70-A440FDF736ED}" type="presOf" srcId="{931EC4EF-E2AD-4241-AB06-315D19113FC2}" destId="{2559698C-F55E-49FB-9DCF-2D3943FF4CBD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519B1E52-6ADC-4503-BFBE-0BD19F0A2A4F}" type="presOf" srcId="{C253B0E8-10AA-4B20-9118-F9A0A4715E2C}" destId="{E15EE69B-9568-4F48-9D21-3417A6EB2DC4}" srcOrd="1" destOrd="0" presId="urn:microsoft.com/office/officeart/2005/8/layout/list1"/>
    <dgm:cxn modelId="{3359BA41-E7B0-4BE4-B51E-6D53ED792C4D}" type="presOf" srcId="{C253B0E8-10AA-4B20-9118-F9A0A4715E2C}" destId="{1F98B25F-4277-4FE9-A32F-FB0B8790829A}" srcOrd="0" destOrd="0" presId="urn:microsoft.com/office/officeart/2005/8/layout/list1"/>
    <dgm:cxn modelId="{C1AAF588-0B4C-4C2A-B62D-194FA5F4D617}" type="presParOf" srcId="{2559698C-F55E-49FB-9DCF-2D3943FF4CBD}" destId="{513FD888-ACF5-49F5-A759-161ED53DFD31}" srcOrd="0" destOrd="0" presId="urn:microsoft.com/office/officeart/2005/8/layout/list1"/>
    <dgm:cxn modelId="{DC04C3EE-B0BF-4B34-8EFE-16BF4B26BA24}" type="presParOf" srcId="{513FD888-ACF5-49F5-A759-161ED53DFD31}" destId="{1F98B25F-4277-4FE9-A32F-FB0B8790829A}" srcOrd="0" destOrd="0" presId="urn:microsoft.com/office/officeart/2005/8/layout/list1"/>
    <dgm:cxn modelId="{63AF4814-C5D2-4FE5-A766-5831603E7DB8}" type="presParOf" srcId="{513FD888-ACF5-49F5-A759-161ED53DFD31}" destId="{E15EE69B-9568-4F48-9D21-3417A6EB2DC4}" srcOrd="1" destOrd="0" presId="urn:microsoft.com/office/officeart/2005/8/layout/list1"/>
    <dgm:cxn modelId="{B2E1A197-3E22-41A1-AA77-2DD7F601D165}" type="presParOf" srcId="{2559698C-F55E-49FB-9DCF-2D3943FF4CBD}" destId="{291190EF-A873-44FD-890A-8068418C0F46}" srcOrd="1" destOrd="0" presId="urn:microsoft.com/office/officeart/2005/8/layout/list1"/>
    <dgm:cxn modelId="{E88403F2-614C-4030-859C-B24A6D22F2D1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622C7CE-4B07-4C93-A681-C5B61F5EA73E}" type="presOf" srcId="{931EC4EF-E2AD-4241-AB06-315D19113FC2}" destId="{2559698C-F55E-49FB-9DCF-2D3943FF4CBD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AC82E8EA-0B18-438A-BBE9-04EB250D77EF}" type="presOf" srcId="{C253B0E8-10AA-4B20-9118-F9A0A4715E2C}" destId="{1F98B25F-4277-4FE9-A32F-FB0B8790829A}" srcOrd="0" destOrd="0" presId="urn:microsoft.com/office/officeart/2005/8/layout/list1"/>
    <dgm:cxn modelId="{2F463CAD-18AF-4AB3-8C03-7F1CDEB8E562}" type="presOf" srcId="{C253B0E8-10AA-4B20-9118-F9A0A4715E2C}" destId="{E15EE69B-9568-4F48-9D21-3417A6EB2DC4}" srcOrd="1" destOrd="0" presId="urn:microsoft.com/office/officeart/2005/8/layout/list1"/>
    <dgm:cxn modelId="{F1B29DFF-E753-496F-9FAE-9E1EDC05B79B}" type="presParOf" srcId="{2559698C-F55E-49FB-9DCF-2D3943FF4CBD}" destId="{513FD888-ACF5-49F5-A759-161ED53DFD31}" srcOrd="0" destOrd="0" presId="urn:microsoft.com/office/officeart/2005/8/layout/list1"/>
    <dgm:cxn modelId="{447BCC5F-6F11-48C5-A86F-CBF1FB9AE89C}" type="presParOf" srcId="{513FD888-ACF5-49F5-A759-161ED53DFD31}" destId="{1F98B25F-4277-4FE9-A32F-FB0B8790829A}" srcOrd="0" destOrd="0" presId="urn:microsoft.com/office/officeart/2005/8/layout/list1"/>
    <dgm:cxn modelId="{E2208C35-E50A-47A5-9D0D-8C75F34ADA59}" type="presParOf" srcId="{513FD888-ACF5-49F5-A759-161ED53DFD31}" destId="{E15EE69B-9568-4F48-9D21-3417A6EB2DC4}" srcOrd="1" destOrd="0" presId="urn:microsoft.com/office/officeart/2005/8/layout/list1"/>
    <dgm:cxn modelId="{654F5B8B-A1EA-42E9-897D-0150A8320063}" type="presParOf" srcId="{2559698C-F55E-49FB-9DCF-2D3943FF4CBD}" destId="{291190EF-A873-44FD-890A-8068418C0F46}" srcOrd="1" destOrd="0" presId="urn:microsoft.com/office/officeart/2005/8/layout/list1"/>
    <dgm:cxn modelId="{74A0BD59-0FEA-4E4B-87C9-90A78B08E099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E8BBB631-D442-49EC-A644-FFC46B2E2AB5}" type="presOf" srcId="{931EC4EF-E2AD-4241-AB06-315D19113FC2}" destId="{2559698C-F55E-49FB-9DCF-2D3943FF4CBD}" srcOrd="0" destOrd="0" presId="urn:microsoft.com/office/officeart/2005/8/layout/list1"/>
    <dgm:cxn modelId="{D79C357C-04A3-44BA-899E-95583216D0C1}" type="presOf" srcId="{C253B0E8-10AA-4B20-9118-F9A0A4715E2C}" destId="{1F98B25F-4277-4FE9-A32F-FB0B8790829A}" srcOrd="0" destOrd="0" presId="urn:microsoft.com/office/officeart/2005/8/layout/list1"/>
    <dgm:cxn modelId="{AA34AB52-EC01-45E2-B0BC-7CDB3F8BD30C}" type="presOf" srcId="{C253B0E8-10AA-4B20-9118-F9A0A4715E2C}" destId="{E15EE69B-9568-4F48-9D21-3417A6EB2DC4}" srcOrd="1" destOrd="0" presId="urn:microsoft.com/office/officeart/2005/8/layout/list1"/>
    <dgm:cxn modelId="{0F29621C-FCE5-4041-9AA3-66989E11FF3F}" type="presParOf" srcId="{2559698C-F55E-49FB-9DCF-2D3943FF4CBD}" destId="{513FD888-ACF5-49F5-A759-161ED53DFD31}" srcOrd="0" destOrd="0" presId="urn:microsoft.com/office/officeart/2005/8/layout/list1"/>
    <dgm:cxn modelId="{A0A167DA-246F-44B9-B1DD-941EC9A2A37D}" type="presParOf" srcId="{513FD888-ACF5-49F5-A759-161ED53DFD31}" destId="{1F98B25F-4277-4FE9-A32F-FB0B8790829A}" srcOrd="0" destOrd="0" presId="urn:microsoft.com/office/officeart/2005/8/layout/list1"/>
    <dgm:cxn modelId="{1A948429-213A-4FFB-81FC-8C8DB6000FE7}" type="presParOf" srcId="{513FD888-ACF5-49F5-A759-161ED53DFD31}" destId="{E15EE69B-9568-4F48-9D21-3417A6EB2DC4}" srcOrd="1" destOrd="0" presId="urn:microsoft.com/office/officeart/2005/8/layout/list1"/>
    <dgm:cxn modelId="{6B378C9E-5C1B-47FE-B3A3-E942B6FBE933}" type="presParOf" srcId="{2559698C-F55E-49FB-9DCF-2D3943FF4CBD}" destId="{291190EF-A873-44FD-890A-8068418C0F46}" srcOrd="1" destOrd="0" presId="urn:microsoft.com/office/officeart/2005/8/layout/list1"/>
    <dgm:cxn modelId="{2BDF63A9-5FE3-4C9A-A08C-8C1F37DE3E35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40D281C-18F2-4891-B32F-41AB005523CA}" type="presOf" srcId="{931EC4EF-E2AD-4241-AB06-315D19113FC2}" destId="{2559698C-F55E-49FB-9DCF-2D3943FF4CBD}" srcOrd="0" destOrd="0" presId="urn:microsoft.com/office/officeart/2005/8/layout/list1"/>
    <dgm:cxn modelId="{C4B66608-7F96-4202-B604-AA66231BAEB3}" type="presOf" srcId="{C253B0E8-10AA-4B20-9118-F9A0A4715E2C}" destId="{1F98B25F-4277-4FE9-A32F-FB0B8790829A}" srcOrd="0" destOrd="0" presId="urn:microsoft.com/office/officeart/2005/8/layout/list1"/>
    <dgm:cxn modelId="{3FCDFD50-836E-4FC2-8B20-116031866944}" type="presOf" srcId="{C253B0E8-10AA-4B20-9118-F9A0A4715E2C}" destId="{E15EE69B-9568-4F48-9D21-3417A6EB2DC4}" srcOrd="1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4F42EDE2-771A-4A8D-A42F-A38AC3432041}" type="presParOf" srcId="{2559698C-F55E-49FB-9DCF-2D3943FF4CBD}" destId="{513FD888-ACF5-49F5-A759-161ED53DFD31}" srcOrd="0" destOrd="0" presId="urn:microsoft.com/office/officeart/2005/8/layout/list1"/>
    <dgm:cxn modelId="{E98C6653-6B82-4C27-A0F1-CB5BB0D4B51D}" type="presParOf" srcId="{513FD888-ACF5-49F5-A759-161ED53DFD31}" destId="{1F98B25F-4277-4FE9-A32F-FB0B8790829A}" srcOrd="0" destOrd="0" presId="urn:microsoft.com/office/officeart/2005/8/layout/list1"/>
    <dgm:cxn modelId="{94191A55-89C4-4185-9412-A7E4A867621C}" type="presParOf" srcId="{513FD888-ACF5-49F5-A759-161ED53DFD31}" destId="{E15EE69B-9568-4F48-9D21-3417A6EB2DC4}" srcOrd="1" destOrd="0" presId="urn:microsoft.com/office/officeart/2005/8/layout/list1"/>
    <dgm:cxn modelId="{85E90CC0-7442-4260-A916-3A75607633F0}" type="presParOf" srcId="{2559698C-F55E-49FB-9DCF-2D3943FF4CBD}" destId="{291190EF-A873-44FD-890A-8068418C0F46}" srcOrd="1" destOrd="0" presId="urn:microsoft.com/office/officeart/2005/8/layout/list1"/>
    <dgm:cxn modelId="{4B68AF4A-6595-4511-BB29-BE304CFEB7E8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C01E8AE-7C96-4518-B798-933B499539B8}" type="presOf" srcId="{931EC4EF-E2AD-4241-AB06-315D19113FC2}" destId="{2559698C-F55E-49FB-9DCF-2D3943FF4CBD}" srcOrd="0" destOrd="0" presId="urn:microsoft.com/office/officeart/2005/8/layout/list1"/>
    <dgm:cxn modelId="{51D6B016-51D0-4CB3-8664-4B52434F42F9}" type="presOf" srcId="{C253B0E8-10AA-4B20-9118-F9A0A4715E2C}" destId="{1F98B25F-4277-4FE9-A32F-FB0B8790829A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FC96069E-BA3B-4A06-89A2-A676FAF6BE91}" type="presOf" srcId="{C253B0E8-10AA-4B20-9118-F9A0A4715E2C}" destId="{E15EE69B-9568-4F48-9D21-3417A6EB2DC4}" srcOrd="1" destOrd="0" presId="urn:microsoft.com/office/officeart/2005/8/layout/list1"/>
    <dgm:cxn modelId="{67945B43-ACB3-49E9-BE47-458F2027659D}" type="presParOf" srcId="{2559698C-F55E-49FB-9DCF-2D3943FF4CBD}" destId="{513FD888-ACF5-49F5-A759-161ED53DFD31}" srcOrd="0" destOrd="0" presId="urn:microsoft.com/office/officeart/2005/8/layout/list1"/>
    <dgm:cxn modelId="{84747D42-1C54-422E-B6A9-2048ACBC47E8}" type="presParOf" srcId="{513FD888-ACF5-49F5-A759-161ED53DFD31}" destId="{1F98B25F-4277-4FE9-A32F-FB0B8790829A}" srcOrd="0" destOrd="0" presId="urn:microsoft.com/office/officeart/2005/8/layout/list1"/>
    <dgm:cxn modelId="{B76EC453-7E5E-411A-AE7B-364A7B93266B}" type="presParOf" srcId="{513FD888-ACF5-49F5-A759-161ED53DFD31}" destId="{E15EE69B-9568-4F48-9D21-3417A6EB2DC4}" srcOrd="1" destOrd="0" presId="urn:microsoft.com/office/officeart/2005/8/layout/list1"/>
    <dgm:cxn modelId="{5B875C2A-EAEF-4816-9047-B4608944EBAA}" type="presParOf" srcId="{2559698C-F55E-49FB-9DCF-2D3943FF4CBD}" destId="{291190EF-A873-44FD-890A-8068418C0F46}" srcOrd="1" destOrd="0" presId="urn:microsoft.com/office/officeart/2005/8/layout/list1"/>
    <dgm:cxn modelId="{D38FCB8F-10A5-41C9-A9BC-8EFE1E28C607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854292E-F061-4CB4-8586-0D1B2FAB8B7F}" type="presOf" srcId="{C253B0E8-10AA-4B20-9118-F9A0A4715E2C}" destId="{1F98B25F-4277-4FE9-A32F-FB0B8790829A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D9E16958-F7FE-4B73-AEB6-4B0AE124CBE5}" type="presOf" srcId="{C253B0E8-10AA-4B20-9118-F9A0A4715E2C}" destId="{E15EE69B-9568-4F48-9D21-3417A6EB2DC4}" srcOrd="1" destOrd="0" presId="urn:microsoft.com/office/officeart/2005/8/layout/list1"/>
    <dgm:cxn modelId="{0ED603BF-CA81-4CA0-9325-C58DF9D88F89}" type="presOf" srcId="{931EC4EF-E2AD-4241-AB06-315D19113FC2}" destId="{2559698C-F55E-49FB-9DCF-2D3943FF4CBD}" srcOrd="0" destOrd="0" presId="urn:microsoft.com/office/officeart/2005/8/layout/list1"/>
    <dgm:cxn modelId="{C1640F06-BD01-4149-A316-5B412AA54274}" type="presParOf" srcId="{2559698C-F55E-49FB-9DCF-2D3943FF4CBD}" destId="{513FD888-ACF5-49F5-A759-161ED53DFD31}" srcOrd="0" destOrd="0" presId="urn:microsoft.com/office/officeart/2005/8/layout/list1"/>
    <dgm:cxn modelId="{86917293-CD84-4AD7-B603-524E6ED6BF2B}" type="presParOf" srcId="{513FD888-ACF5-49F5-A759-161ED53DFD31}" destId="{1F98B25F-4277-4FE9-A32F-FB0B8790829A}" srcOrd="0" destOrd="0" presId="urn:microsoft.com/office/officeart/2005/8/layout/list1"/>
    <dgm:cxn modelId="{0B7E5BFE-1290-4FF0-8B8F-080208306CE6}" type="presParOf" srcId="{513FD888-ACF5-49F5-A759-161ED53DFD31}" destId="{E15EE69B-9568-4F48-9D21-3417A6EB2DC4}" srcOrd="1" destOrd="0" presId="urn:microsoft.com/office/officeart/2005/8/layout/list1"/>
    <dgm:cxn modelId="{40C58724-1337-4A8B-8CFD-589E70287A4F}" type="presParOf" srcId="{2559698C-F55E-49FB-9DCF-2D3943FF4CBD}" destId="{291190EF-A873-44FD-890A-8068418C0F46}" srcOrd="1" destOrd="0" presId="urn:microsoft.com/office/officeart/2005/8/layout/list1"/>
    <dgm:cxn modelId="{5204E93B-DCCB-4ED3-8895-858DBE4F167A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F8B4305-CB5E-4AB8-9042-7F4ED35725C7}" type="presOf" srcId="{C253B0E8-10AA-4B20-9118-F9A0A4715E2C}" destId="{E15EE69B-9568-4F48-9D21-3417A6EB2DC4}" srcOrd="1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72B05AE9-21A4-4293-9940-289CFC9A3BB9}" type="presOf" srcId="{C253B0E8-10AA-4B20-9118-F9A0A4715E2C}" destId="{1F98B25F-4277-4FE9-A32F-FB0B8790829A}" srcOrd="0" destOrd="0" presId="urn:microsoft.com/office/officeart/2005/8/layout/list1"/>
    <dgm:cxn modelId="{4C83C12D-3243-4599-9508-C65A7114478A}" type="presOf" srcId="{931EC4EF-E2AD-4241-AB06-315D19113FC2}" destId="{2559698C-F55E-49FB-9DCF-2D3943FF4CBD}" srcOrd="0" destOrd="0" presId="urn:microsoft.com/office/officeart/2005/8/layout/list1"/>
    <dgm:cxn modelId="{43368F41-03DF-4478-AF6D-CBCDEA921F1D}" type="presParOf" srcId="{2559698C-F55E-49FB-9DCF-2D3943FF4CBD}" destId="{513FD888-ACF5-49F5-A759-161ED53DFD31}" srcOrd="0" destOrd="0" presId="urn:microsoft.com/office/officeart/2005/8/layout/list1"/>
    <dgm:cxn modelId="{A943EE69-A8BE-46C3-97E5-431DCD87F477}" type="presParOf" srcId="{513FD888-ACF5-49F5-A759-161ED53DFD31}" destId="{1F98B25F-4277-4FE9-A32F-FB0B8790829A}" srcOrd="0" destOrd="0" presId="urn:microsoft.com/office/officeart/2005/8/layout/list1"/>
    <dgm:cxn modelId="{FAD7256B-A14E-4CAF-861F-3490C5D02ACC}" type="presParOf" srcId="{513FD888-ACF5-49F5-A759-161ED53DFD31}" destId="{E15EE69B-9568-4F48-9D21-3417A6EB2DC4}" srcOrd="1" destOrd="0" presId="urn:microsoft.com/office/officeart/2005/8/layout/list1"/>
    <dgm:cxn modelId="{754DFC72-B825-4955-BA6C-0F48A18D111A}" type="presParOf" srcId="{2559698C-F55E-49FB-9DCF-2D3943FF4CBD}" destId="{291190EF-A873-44FD-890A-8068418C0F46}" srcOrd="1" destOrd="0" presId="urn:microsoft.com/office/officeart/2005/8/layout/list1"/>
    <dgm:cxn modelId="{97EDC5D0-51A1-484A-BB04-E6646098F364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1E9D001-E429-45A5-BB83-2903FCBA8D59}" type="presOf" srcId="{C253B0E8-10AA-4B20-9118-F9A0A4715E2C}" destId="{1F98B25F-4277-4FE9-A32F-FB0B8790829A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F116892E-EABE-44D3-9DA7-7034B3532846}" type="presOf" srcId="{C253B0E8-10AA-4B20-9118-F9A0A4715E2C}" destId="{E15EE69B-9568-4F48-9D21-3417A6EB2DC4}" srcOrd="1" destOrd="0" presId="urn:microsoft.com/office/officeart/2005/8/layout/list1"/>
    <dgm:cxn modelId="{F5579FD9-C75E-4F08-B4E3-6A382DCD4E77}" type="presOf" srcId="{931EC4EF-E2AD-4241-AB06-315D19113FC2}" destId="{2559698C-F55E-49FB-9DCF-2D3943FF4CBD}" srcOrd="0" destOrd="0" presId="urn:microsoft.com/office/officeart/2005/8/layout/list1"/>
    <dgm:cxn modelId="{28D2B4EF-7EDF-404B-A03F-57DB727479DD}" type="presParOf" srcId="{2559698C-F55E-49FB-9DCF-2D3943FF4CBD}" destId="{513FD888-ACF5-49F5-A759-161ED53DFD31}" srcOrd="0" destOrd="0" presId="urn:microsoft.com/office/officeart/2005/8/layout/list1"/>
    <dgm:cxn modelId="{1E111CE6-8A8E-489F-971E-FC684FA32F53}" type="presParOf" srcId="{513FD888-ACF5-49F5-A759-161ED53DFD31}" destId="{1F98B25F-4277-4FE9-A32F-FB0B8790829A}" srcOrd="0" destOrd="0" presId="urn:microsoft.com/office/officeart/2005/8/layout/list1"/>
    <dgm:cxn modelId="{F7DFF074-ED94-4863-A308-40422B383DA5}" type="presParOf" srcId="{513FD888-ACF5-49F5-A759-161ED53DFD31}" destId="{E15EE69B-9568-4F48-9D21-3417A6EB2DC4}" srcOrd="1" destOrd="0" presId="urn:microsoft.com/office/officeart/2005/8/layout/list1"/>
    <dgm:cxn modelId="{849AF083-C5B1-4686-9AD8-692843C942AF}" type="presParOf" srcId="{2559698C-F55E-49FB-9DCF-2D3943FF4CBD}" destId="{291190EF-A873-44FD-890A-8068418C0F46}" srcOrd="1" destOrd="0" presId="urn:microsoft.com/office/officeart/2005/8/layout/list1"/>
    <dgm:cxn modelId="{67BD855E-BF3F-4880-82BB-C29E927BD6AB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3F2DA0E-48BB-4F03-8D7B-D736D069B74B}" type="presOf" srcId="{C253B0E8-10AA-4B20-9118-F9A0A4715E2C}" destId="{1F98B25F-4277-4FE9-A32F-FB0B8790829A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DBA88CF3-4D36-4C64-93FC-2EBA3E7B8621}" type="presOf" srcId="{931EC4EF-E2AD-4241-AB06-315D19113FC2}" destId="{2559698C-F55E-49FB-9DCF-2D3943FF4CBD}" srcOrd="0" destOrd="0" presId="urn:microsoft.com/office/officeart/2005/8/layout/list1"/>
    <dgm:cxn modelId="{3673125C-4825-4E49-BC2E-6AD6197AE8EC}" type="presOf" srcId="{C253B0E8-10AA-4B20-9118-F9A0A4715E2C}" destId="{E15EE69B-9568-4F48-9D21-3417A6EB2DC4}" srcOrd="1" destOrd="0" presId="urn:microsoft.com/office/officeart/2005/8/layout/list1"/>
    <dgm:cxn modelId="{4BFD72A4-3152-490D-B040-8CA4993F5008}" type="presParOf" srcId="{2559698C-F55E-49FB-9DCF-2D3943FF4CBD}" destId="{513FD888-ACF5-49F5-A759-161ED53DFD31}" srcOrd="0" destOrd="0" presId="urn:microsoft.com/office/officeart/2005/8/layout/list1"/>
    <dgm:cxn modelId="{F1FE6C62-222C-4912-A0DD-F2A6A5F76F2A}" type="presParOf" srcId="{513FD888-ACF5-49F5-A759-161ED53DFD31}" destId="{1F98B25F-4277-4FE9-A32F-FB0B8790829A}" srcOrd="0" destOrd="0" presId="urn:microsoft.com/office/officeart/2005/8/layout/list1"/>
    <dgm:cxn modelId="{224A54C6-EDF0-4599-85A5-BFB931FBFEA3}" type="presParOf" srcId="{513FD888-ACF5-49F5-A759-161ED53DFD31}" destId="{E15EE69B-9568-4F48-9D21-3417A6EB2DC4}" srcOrd="1" destOrd="0" presId="urn:microsoft.com/office/officeart/2005/8/layout/list1"/>
    <dgm:cxn modelId="{FC584D12-1E9B-40F7-A803-ED296DD2A9A8}" type="presParOf" srcId="{2559698C-F55E-49FB-9DCF-2D3943FF4CBD}" destId="{291190EF-A873-44FD-890A-8068418C0F46}" srcOrd="1" destOrd="0" presId="urn:microsoft.com/office/officeart/2005/8/layout/list1"/>
    <dgm:cxn modelId="{FF4AEE82-848E-4824-8B2C-81F7D3A33C25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2674744-6925-4681-AA6D-A18914AAC7C1}" type="presOf" srcId="{931EC4EF-E2AD-4241-AB06-315D19113FC2}" destId="{2559698C-F55E-49FB-9DCF-2D3943FF4CBD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61C36E8A-5EB4-4B49-9A18-2A4E35AAA58F}" type="presOf" srcId="{C253B0E8-10AA-4B20-9118-F9A0A4715E2C}" destId="{E15EE69B-9568-4F48-9D21-3417A6EB2DC4}" srcOrd="1" destOrd="0" presId="urn:microsoft.com/office/officeart/2005/8/layout/list1"/>
    <dgm:cxn modelId="{9ABC118B-1728-4626-A91B-794D98204A94}" type="presOf" srcId="{C253B0E8-10AA-4B20-9118-F9A0A4715E2C}" destId="{1F98B25F-4277-4FE9-A32F-FB0B8790829A}" srcOrd="0" destOrd="0" presId="urn:microsoft.com/office/officeart/2005/8/layout/list1"/>
    <dgm:cxn modelId="{9C6FBB7C-D4C1-4554-AD7C-967BBAE13B5B}" type="presParOf" srcId="{2559698C-F55E-49FB-9DCF-2D3943FF4CBD}" destId="{513FD888-ACF5-49F5-A759-161ED53DFD31}" srcOrd="0" destOrd="0" presId="urn:microsoft.com/office/officeart/2005/8/layout/list1"/>
    <dgm:cxn modelId="{CF6ACF4B-A5DD-4506-9A40-CFE4C9EE4569}" type="presParOf" srcId="{513FD888-ACF5-49F5-A759-161ED53DFD31}" destId="{1F98B25F-4277-4FE9-A32F-FB0B8790829A}" srcOrd="0" destOrd="0" presId="urn:microsoft.com/office/officeart/2005/8/layout/list1"/>
    <dgm:cxn modelId="{56568784-7EAA-4139-A1E6-36CE8309C0A1}" type="presParOf" srcId="{513FD888-ACF5-49F5-A759-161ED53DFD31}" destId="{E15EE69B-9568-4F48-9D21-3417A6EB2DC4}" srcOrd="1" destOrd="0" presId="urn:microsoft.com/office/officeart/2005/8/layout/list1"/>
    <dgm:cxn modelId="{583A162A-9003-41D4-BA91-B5147E260A19}" type="presParOf" srcId="{2559698C-F55E-49FB-9DCF-2D3943FF4CBD}" destId="{291190EF-A873-44FD-890A-8068418C0F46}" srcOrd="1" destOrd="0" presId="urn:microsoft.com/office/officeart/2005/8/layout/list1"/>
    <dgm:cxn modelId="{6AA3684A-263E-45EB-B689-C707CF83B77E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7E11B78B-B641-434B-9D2E-9924180C92AE}" type="presOf" srcId="{931EC4EF-E2AD-4241-AB06-315D19113FC2}" destId="{2559698C-F55E-49FB-9DCF-2D3943FF4CBD}" srcOrd="0" destOrd="0" presId="urn:microsoft.com/office/officeart/2005/8/layout/list1"/>
    <dgm:cxn modelId="{64221A52-D0E9-4171-BF5E-06B02E0A3CF8}" type="presOf" srcId="{C253B0E8-10AA-4B20-9118-F9A0A4715E2C}" destId="{E15EE69B-9568-4F48-9D21-3417A6EB2DC4}" srcOrd="1" destOrd="0" presId="urn:microsoft.com/office/officeart/2005/8/layout/list1"/>
    <dgm:cxn modelId="{8E7A88C7-15A2-4AA4-BA19-5B77153FEBB0}" type="presOf" srcId="{C253B0E8-10AA-4B20-9118-F9A0A4715E2C}" destId="{1F98B25F-4277-4FE9-A32F-FB0B8790829A}" srcOrd="0" destOrd="0" presId="urn:microsoft.com/office/officeart/2005/8/layout/list1"/>
    <dgm:cxn modelId="{A0239E27-D6D5-4C4E-8A5D-B7BF1230FB4C}" type="presParOf" srcId="{2559698C-F55E-49FB-9DCF-2D3943FF4CBD}" destId="{513FD888-ACF5-49F5-A759-161ED53DFD31}" srcOrd="0" destOrd="0" presId="urn:microsoft.com/office/officeart/2005/8/layout/list1"/>
    <dgm:cxn modelId="{90C8A4D2-AB88-436C-A333-121AA9AA4A5A}" type="presParOf" srcId="{513FD888-ACF5-49F5-A759-161ED53DFD31}" destId="{1F98B25F-4277-4FE9-A32F-FB0B8790829A}" srcOrd="0" destOrd="0" presId="urn:microsoft.com/office/officeart/2005/8/layout/list1"/>
    <dgm:cxn modelId="{96862331-DF15-4C6B-80CE-334119E7D423}" type="presParOf" srcId="{513FD888-ACF5-49F5-A759-161ED53DFD31}" destId="{E15EE69B-9568-4F48-9D21-3417A6EB2DC4}" srcOrd="1" destOrd="0" presId="urn:microsoft.com/office/officeart/2005/8/layout/list1"/>
    <dgm:cxn modelId="{F12DC7CF-A5CE-41D9-85FC-B6EE8C8B74C9}" type="presParOf" srcId="{2559698C-F55E-49FB-9DCF-2D3943FF4CBD}" destId="{291190EF-A873-44FD-890A-8068418C0F46}" srcOrd="1" destOrd="0" presId="urn:microsoft.com/office/officeart/2005/8/layout/list1"/>
    <dgm:cxn modelId="{FF72838E-A227-4AB2-AD92-8C03FBA72D51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6F1030F7-D7D2-4C2E-94E8-DCC6A8EBDD1D}" type="presOf" srcId="{C253B0E8-10AA-4B20-9118-F9A0A4715E2C}" destId="{E15EE69B-9568-4F48-9D21-3417A6EB2DC4}" srcOrd="1" destOrd="0" presId="urn:microsoft.com/office/officeart/2005/8/layout/list1"/>
    <dgm:cxn modelId="{C5E2A25C-B4D0-4320-90D0-CDEC0BF207FD}" type="presOf" srcId="{C253B0E8-10AA-4B20-9118-F9A0A4715E2C}" destId="{1F98B25F-4277-4FE9-A32F-FB0B8790829A}" srcOrd="0" destOrd="0" presId="urn:microsoft.com/office/officeart/2005/8/layout/list1"/>
    <dgm:cxn modelId="{C79E7E5B-D83E-4278-A976-587F06024307}" type="presOf" srcId="{931EC4EF-E2AD-4241-AB06-315D19113FC2}" destId="{2559698C-F55E-49FB-9DCF-2D3943FF4CBD}" srcOrd="0" destOrd="0" presId="urn:microsoft.com/office/officeart/2005/8/layout/list1"/>
    <dgm:cxn modelId="{7FFF48A6-C21F-478A-ACFE-34A74BBD7C50}" type="presParOf" srcId="{2559698C-F55E-49FB-9DCF-2D3943FF4CBD}" destId="{513FD888-ACF5-49F5-A759-161ED53DFD31}" srcOrd="0" destOrd="0" presId="urn:microsoft.com/office/officeart/2005/8/layout/list1"/>
    <dgm:cxn modelId="{53107449-7EAE-4107-9E3F-B970A7C9D232}" type="presParOf" srcId="{513FD888-ACF5-49F5-A759-161ED53DFD31}" destId="{1F98B25F-4277-4FE9-A32F-FB0B8790829A}" srcOrd="0" destOrd="0" presId="urn:microsoft.com/office/officeart/2005/8/layout/list1"/>
    <dgm:cxn modelId="{B42DCC35-A018-4B3D-BBC3-7FA72E9E9271}" type="presParOf" srcId="{513FD888-ACF5-49F5-A759-161ED53DFD31}" destId="{E15EE69B-9568-4F48-9D21-3417A6EB2DC4}" srcOrd="1" destOrd="0" presId="urn:microsoft.com/office/officeart/2005/8/layout/list1"/>
    <dgm:cxn modelId="{2AADE3BA-B389-4737-81A4-2153FAE4BC81}" type="presParOf" srcId="{2559698C-F55E-49FB-9DCF-2D3943FF4CBD}" destId="{291190EF-A873-44FD-890A-8068418C0F46}" srcOrd="1" destOrd="0" presId="urn:microsoft.com/office/officeart/2005/8/layout/list1"/>
    <dgm:cxn modelId="{F9994989-CA57-4640-A79A-D1CB790AB468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CE01ADFA-6DD4-4920-A3A8-D794738C8383}" type="presOf" srcId="{C253B0E8-10AA-4B20-9118-F9A0A4715E2C}" destId="{E15EE69B-9568-4F48-9D21-3417A6EB2DC4}" srcOrd="1" destOrd="0" presId="urn:microsoft.com/office/officeart/2005/8/layout/list1"/>
    <dgm:cxn modelId="{38BD376F-D03A-4DEC-A9D3-36B1BC240856}" type="presOf" srcId="{C253B0E8-10AA-4B20-9118-F9A0A4715E2C}" destId="{1F98B25F-4277-4FE9-A32F-FB0B8790829A}" srcOrd="0" destOrd="0" presId="urn:microsoft.com/office/officeart/2005/8/layout/list1"/>
    <dgm:cxn modelId="{78913CD7-B8A0-4973-8C0B-73AC229F5399}" type="presOf" srcId="{931EC4EF-E2AD-4241-AB06-315D19113FC2}" destId="{2559698C-F55E-49FB-9DCF-2D3943FF4CBD}" srcOrd="0" destOrd="0" presId="urn:microsoft.com/office/officeart/2005/8/layout/list1"/>
    <dgm:cxn modelId="{83D5C8FF-2842-49D6-A1C4-2FE30446140A}" type="presParOf" srcId="{2559698C-F55E-49FB-9DCF-2D3943FF4CBD}" destId="{513FD888-ACF5-49F5-A759-161ED53DFD31}" srcOrd="0" destOrd="0" presId="urn:microsoft.com/office/officeart/2005/8/layout/list1"/>
    <dgm:cxn modelId="{0360199E-7DD3-45D7-9AB2-EFE1E93CDE95}" type="presParOf" srcId="{513FD888-ACF5-49F5-A759-161ED53DFD31}" destId="{1F98B25F-4277-4FE9-A32F-FB0B8790829A}" srcOrd="0" destOrd="0" presId="urn:microsoft.com/office/officeart/2005/8/layout/list1"/>
    <dgm:cxn modelId="{AEB1055E-7C98-48F3-AE15-94B8DDF7F414}" type="presParOf" srcId="{513FD888-ACF5-49F5-A759-161ED53DFD31}" destId="{E15EE69B-9568-4F48-9D21-3417A6EB2DC4}" srcOrd="1" destOrd="0" presId="urn:microsoft.com/office/officeart/2005/8/layout/list1"/>
    <dgm:cxn modelId="{A1E181A5-FEBA-4944-81CB-F647FC45C088}" type="presParOf" srcId="{2559698C-F55E-49FB-9DCF-2D3943FF4CBD}" destId="{291190EF-A873-44FD-890A-8068418C0F46}" srcOrd="1" destOrd="0" presId="urn:microsoft.com/office/officeart/2005/8/layout/list1"/>
    <dgm:cxn modelId="{A1491AB5-739A-47D3-B9BA-95D8471DA533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52D95EBA-E703-41EA-979D-EFE96105DCCA}" type="presOf" srcId="{C253B0E8-10AA-4B20-9118-F9A0A4715E2C}" destId="{E15EE69B-9568-4F48-9D21-3417A6EB2DC4}" srcOrd="1" destOrd="0" presId="urn:microsoft.com/office/officeart/2005/8/layout/list1"/>
    <dgm:cxn modelId="{D4D288A0-B41C-4FAE-B0A6-519C10528446}" type="presOf" srcId="{C253B0E8-10AA-4B20-9118-F9A0A4715E2C}" destId="{1F98B25F-4277-4FE9-A32F-FB0B8790829A}" srcOrd="0" destOrd="0" presId="urn:microsoft.com/office/officeart/2005/8/layout/list1"/>
    <dgm:cxn modelId="{BB757B24-26A8-4BC3-8A24-6A508A5D1A67}" type="presOf" srcId="{931EC4EF-E2AD-4241-AB06-315D19113FC2}" destId="{2559698C-F55E-49FB-9DCF-2D3943FF4CBD}" srcOrd="0" destOrd="0" presId="urn:microsoft.com/office/officeart/2005/8/layout/list1"/>
    <dgm:cxn modelId="{67CE34AA-8F11-41C8-A3FE-74AD78B392A0}" type="presParOf" srcId="{2559698C-F55E-49FB-9DCF-2D3943FF4CBD}" destId="{513FD888-ACF5-49F5-A759-161ED53DFD31}" srcOrd="0" destOrd="0" presId="urn:microsoft.com/office/officeart/2005/8/layout/list1"/>
    <dgm:cxn modelId="{F13C9308-DB1F-4115-B70C-27F66920E696}" type="presParOf" srcId="{513FD888-ACF5-49F5-A759-161ED53DFD31}" destId="{1F98B25F-4277-4FE9-A32F-FB0B8790829A}" srcOrd="0" destOrd="0" presId="urn:microsoft.com/office/officeart/2005/8/layout/list1"/>
    <dgm:cxn modelId="{E2E71585-21C2-4E87-9476-1281D8AD9895}" type="presParOf" srcId="{513FD888-ACF5-49F5-A759-161ED53DFD31}" destId="{E15EE69B-9568-4F48-9D21-3417A6EB2DC4}" srcOrd="1" destOrd="0" presId="urn:microsoft.com/office/officeart/2005/8/layout/list1"/>
    <dgm:cxn modelId="{31F47DC0-EE84-4925-8349-FCD10447A908}" type="presParOf" srcId="{2559698C-F55E-49FB-9DCF-2D3943FF4CBD}" destId="{291190EF-A873-44FD-890A-8068418C0F46}" srcOrd="1" destOrd="0" presId="urn:microsoft.com/office/officeart/2005/8/layout/list1"/>
    <dgm:cxn modelId="{87F2FEE1-A6A4-4A70-A219-3A7274FA03CD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55F0D81-8B58-430C-9E2A-778F3ACB1476}" type="presOf" srcId="{C253B0E8-10AA-4B20-9118-F9A0A4715E2C}" destId="{E15EE69B-9568-4F48-9D21-3417A6EB2DC4}" srcOrd="1" destOrd="0" presId="urn:microsoft.com/office/officeart/2005/8/layout/list1"/>
    <dgm:cxn modelId="{ED78DC88-C030-4AF2-924F-F6794113D2FF}" type="presOf" srcId="{C253B0E8-10AA-4B20-9118-F9A0A4715E2C}" destId="{1F98B25F-4277-4FE9-A32F-FB0B8790829A}" srcOrd="0" destOrd="0" presId="urn:microsoft.com/office/officeart/2005/8/layout/list1"/>
    <dgm:cxn modelId="{C8DA6B02-552C-49B0-B7AE-7A76856E47C8}" type="presOf" srcId="{931EC4EF-E2AD-4241-AB06-315D19113FC2}" destId="{2559698C-F55E-49FB-9DCF-2D3943FF4CBD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185C52A5-30F8-44CB-8F5E-64F098B4F2F7}" type="presParOf" srcId="{2559698C-F55E-49FB-9DCF-2D3943FF4CBD}" destId="{513FD888-ACF5-49F5-A759-161ED53DFD31}" srcOrd="0" destOrd="0" presId="urn:microsoft.com/office/officeart/2005/8/layout/list1"/>
    <dgm:cxn modelId="{554D7B94-36D4-4147-8C06-17AC4006087C}" type="presParOf" srcId="{513FD888-ACF5-49F5-A759-161ED53DFD31}" destId="{1F98B25F-4277-4FE9-A32F-FB0B8790829A}" srcOrd="0" destOrd="0" presId="urn:microsoft.com/office/officeart/2005/8/layout/list1"/>
    <dgm:cxn modelId="{25A9C579-973E-4586-BFCE-82B9F4E4A3A7}" type="presParOf" srcId="{513FD888-ACF5-49F5-A759-161ED53DFD31}" destId="{E15EE69B-9568-4F48-9D21-3417A6EB2DC4}" srcOrd="1" destOrd="0" presId="urn:microsoft.com/office/officeart/2005/8/layout/list1"/>
    <dgm:cxn modelId="{6CE4240E-8B95-4E50-AC8D-1ED6742AB96D}" type="presParOf" srcId="{2559698C-F55E-49FB-9DCF-2D3943FF4CBD}" destId="{291190EF-A873-44FD-890A-8068418C0F46}" srcOrd="1" destOrd="0" presId="urn:microsoft.com/office/officeart/2005/8/layout/list1"/>
    <dgm:cxn modelId="{95D6FBA8-A32F-4411-B425-D92CC6CA888C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ECADA46-1A2C-4423-B3BB-FF2B56450741}" type="presOf" srcId="{C253B0E8-10AA-4B20-9118-F9A0A4715E2C}" destId="{E15EE69B-9568-4F48-9D21-3417A6EB2DC4}" srcOrd="1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E71CC874-0AF2-4743-B8F3-CC6AFFFBEE32}" type="presOf" srcId="{C253B0E8-10AA-4B20-9118-F9A0A4715E2C}" destId="{1F98B25F-4277-4FE9-A32F-FB0B8790829A}" srcOrd="0" destOrd="0" presId="urn:microsoft.com/office/officeart/2005/8/layout/list1"/>
    <dgm:cxn modelId="{EA111216-9319-4779-8B71-BCF486AF80DD}" type="presOf" srcId="{931EC4EF-E2AD-4241-AB06-315D19113FC2}" destId="{2559698C-F55E-49FB-9DCF-2D3943FF4CBD}" srcOrd="0" destOrd="0" presId="urn:microsoft.com/office/officeart/2005/8/layout/list1"/>
    <dgm:cxn modelId="{C72DCFB1-0DA9-4239-A38D-5FF585334A9D}" type="presParOf" srcId="{2559698C-F55E-49FB-9DCF-2D3943FF4CBD}" destId="{513FD888-ACF5-49F5-A759-161ED53DFD31}" srcOrd="0" destOrd="0" presId="urn:microsoft.com/office/officeart/2005/8/layout/list1"/>
    <dgm:cxn modelId="{CF1089E8-B2AB-469B-81DE-62A2201E32E7}" type="presParOf" srcId="{513FD888-ACF5-49F5-A759-161ED53DFD31}" destId="{1F98B25F-4277-4FE9-A32F-FB0B8790829A}" srcOrd="0" destOrd="0" presId="urn:microsoft.com/office/officeart/2005/8/layout/list1"/>
    <dgm:cxn modelId="{7D628DA2-F690-446E-BC79-6785F7D1EA45}" type="presParOf" srcId="{513FD888-ACF5-49F5-A759-161ED53DFD31}" destId="{E15EE69B-9568-4F48-9D21-3417A6EB2DC4}" srcOrd="1" destOrd="0" presId="urn:microsoft.com/office/officeart/2005/8/layout/list1"/>
    <dgm:cxn modelId="{B942E41A-E8E1-4FB9-B4B4-32F82DBF8984}" type="presParOf" srcId="{2559698C-F55E-49FB-9DCF-2D3943FF4CBD}" destId="{291190EF-A873-44FD-890A-8068418C0F46}" srcOrd="1" destOrd="0" presId="urn:microsoft.com/office/officeart/2005/8/layout/list1"/>
    <dgm:cxn modelId="{114C2C10-07FC-4C9B-87F5-DE92FC16AEA1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NeighborX="5128" custLinFactNeighborY="-434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5004864-CCD5-4A78-8241-1A3C2A3C302B}" type="presOf" srcId="{C253B0E8-10AA-4B20-9118-F9A0A4715E2C}" destId="{1F98B25F-4277-4FE9-A32F-FB0B8790829A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1696033C-F221-4988-960B-B8E0A017D5C0}" type="presOf" srcId="{931EC4EF-E2AD-4241-AB06-315D19113FC2}" destId="{2559698C-F55E-49FB-9DCF-2D3943FF4CBD}" srcOrd="0" destOrd="0" presId="urn:microsoft.com/office/officeart/2005/8/layout/list1"/>
    <dgm:cxn modelId="{6AD0940E-EFCE-4FEF-AC72-C5AB8D9600B6}" type="presOf" srcId="{C253B0E8-10AA-4B20-9118-F9A0A4715E2C}" destId="{E15EE69B-9568-4F48-9D21-3417A6EB2DC4}" srcOrd="1" destOrd="0" presId="urn:microsoft.com/office/officeart/2005/8/layout/list1"/>
    <dgm:cxn modelId="{9CD168A6-9623-4200-904E-B605C81D4713}" type="presParOf" srcId="{2559698C-F55E-49FB-9DCF-2D3943FF4CBD}" destId="{513FD888-ACF5-49F5-A759-161ED53DFD31}" srcOrd="0" destOrd="0" presId="urn:microsoft.com/office/officeart/2005/8/layout/list1"/>
    <dgm:cxn modelId="{84885A6B-D856-4B32-8037-950C9435FCE6}" type="presParOf" srcId="{513FD888-ACF5-49F5-A759-161ED53DFD31}" destId="{1F98B25F-4277-4FE9-A32F-FB0B8790829A}" srcOrd="0" destOrd="0" presId="urn:microsoft.com/office/officeart/2005/8/layout/list1"/>
    <dgm:cxn modelId="{F5BBE318-1DEB-4F2A-A300-B236DF9B4197}" type="presParOf" srcId="{513FD888-ACF5-49F5-A759-161ED53DFD31}" destId="{E15EE69B-9568-4F48-9D21-3417A6EB2DC4}" srcOrd="1" destOrd="0" presId="urn:microsoft.com/office/officeart/2005/8/layout/list1"/>
    <dgm:cxn modelId="{3D2D3B8F-5B8F-4F9F-8DD3-A7EF34791B7A}" type="presParOf" srcId="{2559698C-F55E-49FB-9DCF-2D3943FF4CBD}" destId="{291190EF-A873-44FD-890A-8068418C0F46}" srcOrd="1" destOrd="0" presId="urn:microsoft.com/office/officeart/2005/8/layout/list1"/>
    <dgm:cxn modelId="{80376498-749E-4B3A-B5C7-A89495406D1E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31FF3C7-172F-4B0F-9EBB-66ACE79115EF}" type="presOf" srcId="{931EC4EF-E2AD-4241-AB06-315D19113FC2}" destId="{2559698C-F55E-49FB-9DCF-2D3943FF4CBD}" srcOrd="0" destOrd="0" presId="urn:microsoft.com/office/officeart/2005/8/layout/list1"/>
    <dgm:cxn modelId="{ED303CE3-5816-4218-8EE8-C374DEAE0446}" type="presOf" srcId="{C253B0E8-10AA-4B20-9118-F9A0A4715E2C}" destId="{1F98B25F-4277-4FE9-A32F-FB0B8790829A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F5470694-D5AE-41F8-8CCF-27515FF836F0}" type="presOf" srcId="{C253B0E8-10AA-4B20-9118-F9A0A4715E2C}" destId="{E15EE69B-9568-4F48-9D21-3417A6EB2DC4}" srcOrd="1" destOrd="0" presId="urn:microsoft.com/office/officeart/2005/8/layout/list1"/>
    <dgm:cxn modelId="{EFFA844F-A282-4597-99A4-7AEECB157B7F}" type="presParOf" srcId="{2559698C-F55E-49FB-9DCF-2D3943FF4CBD}" destId="{513FD888-ACF5-49F5-A759-161ED53DFD31}" srcOrd="0" destOrd="0" presId="urn:microsoft.com/office/officeart/2005/8/layout/list1"/>
    <dgm:cxn modelId="{95D43EDB-E734-4E73-AAA1-714EE28278B3}" type="presParOf" srcId="{513FD888-ACF5-49F5-A759-161ED53DFD31}" destId="{1F98B25F-4277-4FE9-A32F-FB0B8790829A}" srcOrd="0" destOrd="0" presId="urn:microsoft.com/office/officeart/2005/8/layout/list1"/>
    <dgm:cxn modelId="{69370E1F-EACC-46FE-A94D-4789F723EFE5}" type="presParOf" srcId="{513FD888-ACF5-49F5-A759-161ED53DFD31}" destId="{E15EE69B-9568-4F48-9D21-3417A6EB2DC4}" srcOrd="1" destOrd="0" presId="urn:microsoft.com/office/officeart/2005/8/layout/list1"/>
    <dgm:cxn modelId="{C1256C8D-D0CC-417B-8F0B-F5BACE17A42E}" type="presParOf" srcId="{2559698C-F55E-49FB-9DCF-2D3943FF4CBD}" destId="{291190EF-A873-44FD-890A-8068418C0F46}" srcOrd="1" destOrd="0" presId="urn:microsoft.com/office/officeart/2005/8/layout/list1"/>
    <dgm:cxn modelId="{E295E0FA-3100-48DC-A9F7-3787611D2433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41E62ECF-46EF-435F-A9E9-70018FC51B40}" type="presOf" srcId="{C253B0E8-10AA-4B20-9118-F9A0A4715E2C}" destId="{1F98B25F-4277-4FE9-A32F-FB0B8790829A}" srcOrd="0" destOrd="0" presId="urn:microsoft.com/office/officeart/2005/8/layout/list1"/>
    <dgm:cxn modelId="{4702D047-3EA3-4359-AB2A-5BF7C4806462}" type="presOf" srcId="{C253B0E8-10AA-4B20-9118-F9A0A4715E2C}" destId="{E15EE69B-9568-4F48-9D21-3417A6EB2DC4}" srcOrd="1" destOrd="0" presId="urn:microsoft.com/office/officeart/2005/8/layout/list1"/>
    <dgm:cxn modelId="{DFD5C026-2DE8-4082-84D7-833203F6A467}" type="presOf" srcId="{931EC4EF-E2AD-4241-AB06-315D19113FC2}" destId="{2559698C-F55E-49FB-9DCF-2D3943FF4CBD}" srcOrd="0" destOrd="0" presId="urn:microsoft.com/office/officeart/2005/8/layout/list1"/>
    <dgm:cxn modelId="{8B74A34D-08DB-4A95-90F5-786969234A16}" type="presParOf" srcId="{2559698C-F55E-49FB-9DCF-2D3943FF4CBD}" destId="{513FD888-ACF5-49F5-A759-161ED53DFD31}" srcOrd="0" destOrd="0" presId="urn:microsoft.com/office/officeart/2005/8/layout/list1"/>
    <dgm:cxn modelId="{73113823-6465-4B40-8309-93E1DC130493}" type="presParOf" srcId="{513FD888-ACF5-49F5-A759-161ED53DFD31}" destId="{1F98B25F-4277-4FE9-A32F-FB0B8790829A}" srcOrd="0" destOrd="0" presId="urn:microsoft.com/office/officeart/2005/8/layout/list1"/>
    <dgm:cxn modelId="{9FA7289D-1E5E-48FA-91E1-6FB9AE1696A0}" type="presParOf" srcId="{513FD888-ACF5-49F5-A759-161ED53DFD31}" destId="{E15EE69B-9568-4F48-9D21-3417A6EB2DC4}" srcOrd="1" destOrd="0" presId="urn:microsoft.com/office/officeart/2005/8/layout/list1"/>
    <dgm:cxn modelId="{1E4E1B88-EEA8-4CFB-A6FF-CABC5A1E1181}" type="presParOf" srcId="{2559698C-F55E-49FB-9DCF-2D3943FF4CBD}" destId="{291190EF-A873-44FD-890A-8068418C0F46}" srcOrd="1" destOrd="0" presId="urn:microsoft.com/office/officeart/2005/8/layout/list1"/>
    <dgm:cxn modelId="{414C83F3-368A-453C-B318-E1B6B6512801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CF1A33F-F5D0-44B8-AF61-59047112D8A4}" type="presOf" srcId="{C253B0E8-10AA-4B20-9118-F9A0A4715E2C}" destId="{1F98B25F-4277-4FE9-A32F-FB0B8790829A}" srcOrd="0" destOrd="0" presId="urn:microsoft.com/office/officeart/2005/8/layout/list1"/>
    <dgm:cxn modelId="{1363FF89-6633-4C60-B8E0-8C06E5ACCBA8}" type="presOf" srcId="{C253B0E8-10AA-4B20-9118-F9A0A4715E2C}" destId="{E15EE69B-9568-4F48-9D21-3417A6EB2DC4}" srcOrd="1" destOrd="0" presId="urn:microsoft.com/office/officeart/2005/8/layout/list1"/>
    <dgm:cxn modelId="{3EF6F431-E238-45D6-9F01-72B0CA50AEE7}" type="presOf" srcId="{931EC4EF-E2AD-4241-AB06-315D19113FC2}" destId="{2559698C-F55E-49FB-9DCF-2D3943FF4CBD}" srcOrd="0" destOrd="0" presId="urn:microsoft.com/office/officeart/2005/8/layout/list1"/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15643104-8D7A-4E96-A3BC-416847AAD48F}" type="presParOf" srcId="{2559698C-F55E-49FB-9DCF-2D3943FF4CBD}" destId="{513FD888-ACF5-49F5-A759-161ED53DFD31}" srcOrd="0" destOrd="0" presId="urn:microsoft.com/office/officeart/2005/8/layout/list1"/>
    <dgm:cxn modelId="{EB18F0F4-D147-436B-A404-5C50E1A64D0E}" type="presParOf" srcId="{513FD888-ACF5-49F5-A759-161ED53DFD31}" destId="{1F98B25F-4277-4FE9-A32F-FB0B8790829A}" srcOrd="0" destOrd="0" presId="urn:microsoft.com/office/officeart/2005/8/layout/list1"/>
    <dgm:cxn modelId="{0781CABA-E0A2-4951-8E96-60CCD052C655}" type="presParOf" srcId="{513FD888-ACF5-49F5-A759-161ED53DFD31}" destId="{E15EE69B-9568-4F48-9D21-3417A6EB2DC4}" srcOrd="1" destOrd="0" presId="urn:microsoft.com/office/officeart/2005/8/layout/list1"/>
    <dgm:cxn modelId="{7319C337-1AC1-4BAC-BCF3-501759EF2A0F}" type="presParOf" srcId="{2559698C-F55E-49FB-9DCF-2D3943FF4CBD}" destId="{291190EF-A873-44FD-890A-8068418C0F46}" srcOrd="1" destOrd="0" presId="urn:microsoft.com/office/officeart/2005/8/layout/list1"/>
    <dgm:cxn modelId="{D04D18EC-12CF-4182-8D12-D87D095FFC38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31EC4EF-E2AD-4241-AB06-315D19113F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C253B0E8-10AA-4B20-9118-F9A0A4715E2C}">
      <dgm:prSet phldrT="[文本]" custT="1"/>
      <dgm:spPr/>
      <dgm:t>
        <a:bodyPr/>
        <a:lstStyle/>
        <a:p>
          <a:r>
            <a:rPr lang="zh-CN" altLang="en-US" sz="2000" b="1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dirty="0">
            <a:latin typeface="楷体_GB2312" pitchFamily="49" charset="-122"/>
            <a:ea typeface="楷体_GB2312" pitchFamily="49" charset="-122"/>
          </a:endParaRPr>
        </a:p>
      </dgm:t>
    </dgm:pt>
    <dgm:pt modelId="{797EA1D5-5836-47A9-A0E8-4B7BD4FCA018}" type="par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CDF2946-5A3D-48E8-9A2B-C9398DB30CEA}" type="sibTrans" cxnId="{AE39DD41-BB2E-4270-8D82-E7B1A7B203D8}">
      <dgm:prSet/>
      <dgm:spPr/>
      <dgm:t>
        <a:bodyPr/>
        <a:lstStyle/>
        <a:p>
          <a:endParaRPr lang="zh-CN" altLang="en-US"/>
        </a:p>
      </dgm:t>
    </dgm:pt>
    <dgm:pt modelId="{2559698C-F55E-49FB-9DCF-2D3943FF4CBD}" type="pres">
      <dgm:prSet presAssocID="{931EC4EF-E2AD-4241-AB06-315D19113FC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3FD888-ACF5-49F5-A759-161ED53DFD31}" type="pres">
      <dgm:prSet presAssocID="{C253B0E8-10AA-4B20-9118-F9A0A4715E2C}" presName="parentLin" presStyleCnt="0"/>
      <dgm:spPr/>
    </dgm:pt>
    <dgm:pt modelId="{1F98B25F-4277-4FE9-A32F-FB0B8790829A}" type="pres">
      <dgm:prSet presAssocID="{C253B0E8-10AA-4B20-9118-F9A0A4715E2C}" presName="parentLeftMargin" presStyleLbl="node1" presStyleIdx="0" presStyleCnt="1"/>
      <dgm:spPr/>
      <dgm:t>
        <a:bodyPr/>
        <a:lstStyle/>
        <a:p>
          <a:endParaRPr lang="zh-CN" altLang="en-US"/>
        </a:p>
      </dgm:t>
    </dgm:pt>
    <dgm:pt modelId="{E15EE69B-9568-4F48-9D21-3417A6EB2DC4}" type="pres">
      <dgm:prSet presAssocID="{C253B0E8-10AA-4B20-9118-F9A0A4715E2C}" presName="parentText" presStyleLbl="node1" presStyleIdx="0" presStyleCnt="1" custScaleX="142857" custScaleY="22203" custLinFactNeighborX="-59197" custLinFactNeighborY="-35339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1190EF-A873-44FD-890A-8068418C0F46}" type="pres">
      <dgm:prSet presAssocID="{C253B0E8-10AA-4B20-9118-F9A0A4715E2C}" presName="negativeSpace" presStyleCnt="0"/>
      <dgm:spPr/>
    </dgm:pt>
    <dgm:pt modelId="{D21AA7C4-DA1E-473A-88C3-58BC551E6B40}" type="pres">
      <dgm:prSet presAssocID="{C253B0E8-10AA-4B20-9118-F9A0A4715E2C}" presName="childText" presStyleLbl="conFgAcc1" presStyleIdx="0" presStyleCnt="1" custScaleY="320380" custLinFactY="-42440" custLinFactNeighborY="-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E39DD41-BB2E-4270-8D82-E7B1A7B203D8}" srcId="{931EC4EF-E2AD-4241-AB06-315D19113FC2}" destId="{C253B0E8-10AA-4B20-9118-F9A0A4715E2C}" srcOrd="0" destOrd="0" parTransId="{797EA1D5-5836-47A9-A0E8-4B7BD4FCA018}" sibTransId="{2CDF2946-5A3D-48E8-9A2B-C9398DB30CEA}"/>
    <dgm:cxn modelId="{E642DF54-658B-4BBA-A3DB-F45822725C60}" type="presOf" srcId="{C253B0E8-10AA-4B20-9118-F9A0A4715E2C}" destId="{1F98B25F-4277-4FE9-A32F-FB0B8790829A}" srcOrd="0" destOrd="0" presId="urn:microsoft.com/office/officeart/2005/8/layout/list1"/>
    <dgm:cxn modelId="{B5D68405-2410-435B-8AE1-6ECF20DD40AE}" type="presOf" srcId="{C253B0E8-10AA-4B20-9118-F9A0A4715E2C}" destId="{E15EE69B-9568-4F48-9D21-3417A6EB2DC4}" srcOrd="1" destOrd="0" presId="urn:microsoft.com/office/officeart/2005/8/layout/list1"/>
    <dgm:cxn modelId="{17972A03-5082-428A-A188-102D01716695}" type="presOf" srcId="{931EC4EF-E2AD-4241-AB06-315D19113FC2}" destId="{2559698C-F55E-49FB-9DCF-2D3943FF4CBD}" srcOrd="0" destOrd="0" presId="urn:microsoft.com/office/officeart/2005/8/layout/list1"/>
    <dgm:cxn modelId="{B4BADC8B-C677-4282-983B-1403BD96650D}" type="presParOf" srcId="{2559698C-F55E-49FB-9DCF-2D3943FF4CBD}" destId="{513FD888-ACF5-49F5-A759-161ED53DFD31}" srcOrd="0" destOrd="0" presId="urn:microsoft.com/office/officeart/2005/8/layout/list1"/>
    <dgm:cxn modelId="{E221D52D-F968-4335-91E2-8D2E0092E0E0}" type="presParOf" srcId="{513FD888-ACF5-49F5-A759-161ED53DFD31}" destId="{1F98B25F-4277-4FE9-A32F-FB0B8790829A}" srcOrd="0" destOrd="0" presId="urn:microsoft.com/office/officeart/2005/8/layout/list1"/>
    <dgm:cxn modelId="{C1D81606-3077-4A8D-BDDF-4D68B7D9C5BE}" type="presParOf" srcId="{513FD888-ACF5-49F5-A759-161ED53DFD31}" destId="{E15EE69B-9568-4F48-9D21-3417A6EB2DC4}" srcOrd="1" destOrd="0" presId="urn:microsoft.com/office/officeart/2005/8/layout/list1"/>
    <dgm:cxn modelId="{6EA2D58F-EB68-437F-A209-C84DBBA14000}" type="presParOf" srcId="{2559698C-F55E-49FB-9DCF-2D3943FF4CBD}" destId="{291190EF-A873-44FD-890A-8068418C0F46}" srcOrd="1" destOrd="0" presId="urn:microsoft.com/office/officeart/2005/8/layout/list1"/>
    <dgm:cxn modelId="{5A0563EC-61F9-4E9C-B467-A268DB81F33C}" type="presParOf" srcId="{2559698C-F55E-49FB-9DCF-2D3943FF4CBD}" destId="{D21AA7C4-DA1E-473A-88C3-58BC551E6B4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794148A-C910-4610-943B-05DBF9AD395F}" type="doc">
      <dgm:prSet loTypeId="urn:microsoft.com/office/officeart/2005/8/layout/hierarchy2" loCatId="hierarchy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4FA850B6-E3FF-4498-A1B4-BF52AC1FABB2}">
      <dgm:prSet phldrT="[文本]" phldr="1"/>
      <dgm:spPr/>
      <dgm:t>
        <a:bodyPr/>
        <a:lstStyle/>
        <a:p>
          <a:endParaRPr lang="zh-CN" altLang="en-US"/>
        </a:p>
      </dgm:t>
    </dgm:pt>
    <dgm:pt modelId="{B8E7EF62-E056-429E-963E-65CE7AEC3A9F}" type="parTrans" cxnId="{BE03690D-2C83-43C4-A075-FF34E006D752}">
      <dgm:prSet/>
      <dgm:spPr/>
      <dgm:t>
        <a:bodyPr/>
        <a:lstStyle/>
        <a:p>
          <a:endParaRPr lang="zh-CN" altLang="en-US"/>
        </a:p>
      </dgm:t>
    </dgm:pt>
    <dgm:pt modelId="{D697EEFD-9D78-4C1E-BF91-BA72AEA68E69}" type="sibTrans" cxnId="{BE03690D-2C83-43C4-A075-FF34E006D752}">
      <dgm:prSet/>
      <dgm:spPr/>
      <dgm:t>
        <a:bodyPr/>
        <a:lstStyle/>
        <a:p>
          <a:endParaRPr lang="zh-CN" altLang="en-US"/>
        </a:p>
      </dgm:t>
    </dgm:pt>
    <dgm:pt modelId="{FBB88907-2CAC-490A-B5E8-E7668D39A518}">
      <dgm:prSet phldrT="[文本]"/>
      <dgm:spPr/>
      <dgm:t>
        <a:bodyPr/>
        <a:lstStyle/>
        <a:p>
          <a:r>
            <a:rPr lang="zh-CN" altLang="en-US" b="1" dirty="0" smtClean="0">
              <a:latin typeface="楷体_GB2312" pitchFamily="49" charset="-122"/>
              <a:ea typeface="楷体_GB2312" pitchFamily="49" charset="-122"/>
            </a:rPr>
            <a:t>因子平均加权</a:t>
          </a:r>
          <a:endParaRPr lang="zh-CN" altLang="en-US" b="1" dirty="0">
            <a:latin typeface="楷体_GB2312" pitchFamily="49" charset="-122"/>
            <a:ea typeface="楷体_GB2312" pitchFamily="49" charset="-122"/>
          </a:endParaRPr>
        </a:p>
      </dgm:t>
    </dgm:pt>
    <dgm:pt modelId="{BD4C61FD-41A6-4790-99BF-5EE99115F928}" type="parTrans" cxnId="{096518AB-52BB-4513-9E92-4D4845FCB014}">
      <dgm:prSet/>
      <dgm:spPr/>
      <dgm:t>
        <a:bodyPr/>
        <a:lstStyle/>
        <a:p>
          <a:endParaRPr lang="zh-CN" altLang="en-US"/>
        </a:p>
      </dgm:t>
    </dgm:pt>
    <dgm:pt modelId="{6AC6B8D4-5E25-47CB-970F-7F1D0AC4F90F}" type="sibTrans" cxnId="{096518AB-52BB-4513-9E92-4D4845FCB014}">
      <dgm:prSet/>
      <dgm:spPr/>
      <dgm:t>
        <a:bodyPr/>
        <a:lstStyle/>
        <a:p>
          <a:endParaRPr lang="zh-CN" altLang="en-US"/>
        </a:p>
      </dgm:t>
    </dgm:pt>
    <dgm:pt modelId="{8130E092-6B2F-4DB4-BDC7-F8462D1333F2}">
      <dgm:prSet phldrT="[文本]"/>
      <dgm:spPr/>
      <dgm:t>
        <a:bodyPr/>
        <a:lstStyle/>
        <a:p>
          <a:r>
            <a:rPr lang="zh-CN" altLang="en-US" b="1" dirty="0" smtClean="0">
              <a:latin typeface="楷体_GB2312" pitchFamily="49" charset="-122"/>
              <a:ea typeface="楷体_GB2312" pitchFamily="49" charset="-122"/>
            </a:rPr>
            <a:t>因子</a:t>
          </a:r>
          <a:r>
            <a:rPr lang="en-US" altLang="zh-CN" b="1" dirty="0" smtClean="0">
              <a:latin typeface="楷体_GB2312" pitchFamily="49" charset="-122"/>
              <a:ea typeface="楷体_GB2312" pitchFamily="49" charset="-122"/>
            </a:rPr>
            <a:t>IC_IR</a:t>
          </a:r>
          <a:r>
            <a:rPr lang="zh-CN" altLang="en-US" b="1" dirty="0" smtClean="0">
              <a:latin typeface="楷体_GB2312" pitchFamily="49" charset="-122"/>
              <a:ea typeface="楷体_GB2312" pitchFamily="49" charset="-122"/>
            </a:rPr>
            <a:t>加权</a:t>
          </a:r>
          <a:endParaRPr lang="zh-CN" altLang="en-US" b="1" dirty="0">
            <a:latin typeface="楷体_GB2312" pitchFamily="49" charset="-122"/>
            <a:ea typeface="楷体_GB2312" pitchFamily="49" charset="-122"/>
          </a:endParaRPr>
        </a:p>
      </dgm:t>
    </dgm:pt>
    <dgm:pt modelId="{5632D9C0-F453-4C8C-845F-3FC650D00437}" type="parTrans" cxnId="{1127D346-1BDD-4AE9-A7B7-5F7B0171F9A7}">
      <dgm:prSet/>
      <dgm:spPr/>
      <dgm:t>
        <a:bodyPr/>
        <a:lstStyle/>
        <a:p>
          <a:endParaRPr lang="zh-CN" altLang="en-US"/>
        </a:p>
      </dgm:t>
    </dgm:pt>
    <dgm:pt modelId="{FAB6299B-BA8D-473F-A874-B632CB590271}" type="sibTrans" cxnId="{1127D346-1BDD-4AE9-A7B7-5F7B0171F9A7}">
      <dgm:prSet/>
      <dgm:spPr/>
      <dgm:t>
        <a:bodyPr/>
        <a:lstStyle/>
        <a:p>
          <a:endParaRPr lang="zh-CN" altLang="en-US"/>
        </a:p>
      </dgm:t>
    </dgm:pt>
    <dgm:pt modelId="{96614415-239D-4480-8519-76121428B984}" type="pres">
      <dgm:prSet presAssocID="{9794148A-C910-4610-943B-05DBF9AD39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7AC4FF8-D719-4188-BF48-C668592854EC}" type="pres">
      <dgm:prSet presAssocID="{4FA850B6-E3FF-4498-A1B4-BF52AC1FABB2}" presName="root1" presStyleCnt="0"/>
      <dgm:spPr/>
      <dgm:t>
        <a:bodyPr/>
        <a:lstStyle/>
        <a:p>
          <a:endParaRPr lang="zh-CN" altLang="en-US"/>
        </a:p>
      </dgm:t>
    </dgm:pt>
    <dgm:pt modelId="{7D76EF54-266D-4B47-9AA3-3F6AADD24669}" type="pres">
      <dgm:prSet presAssocID="{4FA850B6-E3FF-4498-A1B4-BF52AC1FABB2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DD28895-D978-4CD8-A80A-642F21407128}" type="pres">
      <dgm:prSet presAssocID="{4FA850B6-E3FF-4498-A1B4-BF52AC1FABB2}" presName="level2hierChild" presStyleCnt="0"/>
      <dgm:spPr/>
      <dgm:t>
        <a:bodyPr/>
        <a:lstStyle/>
        <a:p>
          <a:endParaRPr lang="zh-CN" altLang="en-US"/>
        </a:p>
      </dgm:t>
    </dgm:pt>
    <dgm:pt modelId="{ED3FABBA-5D1D-4EBC-B077-73CCC7937551}" type="pres">
      <dgm:prSet presAssocID="{BD4C61FD-41A6-4790-99BF-5EE99115F928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5E5B7E84-7C7F-4D1D-9A4B-AD741E5E6302}" type="pres">
      <dgm:prSet presAssocID="{BD4C61FD-41A6-4790-99BF-5EE99115F928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63DB0D0B-CD7F-4F4A-BB42-F7A06436D511}" type="pres">
      <dgm:prSet presAssocID="{FBB88907-2CAC-490A-B5E8-E7668D39A518}" presName="root2" presStyleCnt="0"/>
      <dgm:spPr/>
      <dgm:t>
        <a:bodyPr/>
        <a:lstStyle/>
        <a:p>
          <a:endParaRPr lang="zh-CN" altLang="en-US"/>
        </a:p>
      </dgm:t>
    </dgm:pt>
    <dgm:pt modelId="{A5BD1817-547A-4A08-9E2B-14F2B8BB817D}" type="pres">
      <dgm:prSet presAssocID="{FBB88907-2CAC-490A-B5E8-E7668D39A518}" presName="LevelTwoTextNode" presStyleLbl="node2" presStyleIdx="0" presStyleCnt="2" custScaleX="16107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D2FD7E8-A388-4599-B9D6-8B2F1A316512}" type="pres">
      <dgm:prSet presAssocID="{FBB88907-2CAC-490A-B5E8-E7668D39A518}" presName="level3hierChild" presStyleCnt="0"/>
      <dgm:spPr/>
      <dgm:t>
        <a:bodyPr/>
        <a:lstStyle/>
        <a:p>
          <a:endParaRPr lang="zh-CN" altLang="en-US"/>
        </a:p>
      </dgm:t>
    </dgm:pt>
    <dgm:pt modelId="{404E259E-5A31-4756-A08B-A7785B9835CC}" type="pres">
      <dgm:prSet presAssocID="{5632D9C0-F453-4C8C-845F-3FC650D00437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5D983AE2-A456-4AC9-86FC-6C3ACECC576E}" type="pres">
      <dgm:prSet presAssocID="{5632D9C0-F453-4C8C-845F-3FC650D00437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951A4FE5-AEFF-4D6D-8A06-F89CB7D98209}" type="pres">
      <dgm:prSet presAssocID="{8130E092-6B2F-4DB4-BDC7-F8462D1333F2}" presName="root2" presStyleCnt="0"/>
      <dgm:spPr/>
      <dgm:t>
        <a:bodyPr/>
        <a:lstStyle/>
        <a:p>
          <a:endParaRPr lang="zh-CN" altLang="en-US"/>
        </a:p>
      </dgm:t>
    </dgm:pt>
    <dgm:pt modelId="{21284B02-DE70-4BC7-BD0C-76D19E055303}" type="pres">
      <dgm:prSet presAssocID="{8130E092-6B2F-4DB4-BDC7-F8462D1333F2}" presName="LevelTwoTextNode" presStyleLbl="node2" presStyleIdx="1" presStyleCnt="2" custScaleX="16107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B2889C3-2589-4F26-A4E8-F488121CEBC5}" type="pres">
      <dgm:prSet presAssocID="{8130E092-6B2F-4DB4-BDC7-F8462D1333F2}" presName="level3hierChild" presStyleCnt="0"/>
      <dgm:spPr/>
      <dgm:t>
        <a:bodyPr/>
        <a:lstStyle/>
        <a:p>
          <a:endParaRPr lang="zh-CN" altLang="en-US"/>
        </a:p>
      </dgm:t>
    </dgm:pt>
  </dgm:ptLst>
  <dgm:cxnLst>
    <dgm:cxn modelId="{E3CECCD9-5A0C-4FC0-B5D3-087A6D09BE3F}" type="presOf" srcId="{BD4C61FD-41A6-4790-99BF-5EE99115F928}" destId="{ED3FABBA-5D1D-4EBC-B077-73CCC7937551}" srcOrd="0" destOrd="0" presId="urn:microsoft.com/office/officeart/2005/8/layout/hierarchy2"/>
    <dgm:cxn modelId="{2ECCC63A-0DEB-4CB8-B265-F0028B1BA33A}" type="presOf" srcId="{5632D9C0-F453-4C8C-845F-3FC650D00437}" destId="{404E259E-5A31-4756-A08B-A7785B9835CC}" srcOrd="0" destOrd="0" presId="urn:microsoft.com/office/officeart/2005/8/layout/hierarchy2"/>
    <dgm:cxn modelId="{31B786C7-2EBC-48CE-8E18-C1ECF59834EC}" type="presOf" srcId="{BD4C61FD-41A6-4790-99BF-5EE99115F928}" destId="{5E5B7E84-7C7F-4D1D-9A4B-AD741E5E6302}" srcOrd="1" destOrd="0" presId="urn:microsoft.com/office/officeart/2005/8/layout/hierarchy2"/>
    <dgm:cxn modelId="{5D429642-B114-43EC-8ABA-6647256B0634}" type="presOf" srcId="{5632D9C0-F453-4C8C-845F-3FC650D00437}" destId="{5D983AE2-A456-4AC9-86FC-6C3ACECC576E}" srcOrd="1" destOrd="0" presId="urn:microsoft.com/office/officeart/2005/8/layout/hierarchy2"/>
    <dgm:cxn modelId="{72186615-43CC-4765-96FD-09C5A538DB6A}" type="presOf" srcId="{9794148A-C910-4610-943B-05DBF9AD395F}" destId="{96614415-239D-4480-8519-76121428B984}" srcOrd="0" destOrd="0" presId="urn:microsoft.com/office/officeart/2005/8/layout/hierarchy2"/>
    <dgm:cxn modelId="{BE03690D-2C83-43C4-A075-FF34E006D752}" srcId="{9794148A-C910-4610-943B-05DBF9AD395F}" destId="{4FA850B6-E3FF-4498-A1B4-BF52AC1FABB2}" srcOrd="0" destOrd="0" parTransId="{B8E7EF62-E056-429E-963E-65CE7AEC3A9F}" sibTransId="{D697EEFD-9D78-4C1E-BF91-BA72AEA68E69}"/>
    <dgm:cxn modelId="{096518AB-52BB-4513-9E92-4D4845FCB014}" srcId="{4FA850B6-E3FF-4498-A1B4-BF52AC1FABB2}" destId="{FBB88907-2CAC-490A-B5E8-E7668D39A518}" srcOrd="0" destOrd="0" parTransId="{BD4C61FD-41A6-4790-99BF-5EE99115F928}" sibTransId="{6AC6B8D4-5E25-47CB-970F-7F1D0AC4F90F}"/>
    <dgm:cxn modelId="{E9613D33-1522-4BDC-90F4-4ECAE8E6494A}" type="presOf" srcId="{FBB88907-2CAC-490A-B5E8-E7668D39A518}" destId="{A5BD1817-547A-4A08-9E2B-14F2B8BB817D}" srcOrd="0" destOrd="0" presId="urn:microsoft.com/office/officeart/2005/8/layout/hierarchy2"/>
    <dgm:cxn modelId="{0142FA76-192C-4A45-B645-C6925E6E957C}" type="presOf" srcId="{4FA850B6-E3FF-4498-A1B4-BF52AC1FABB2}" destId="{7D76EF54-266D-4B47-9AA3-3F6AADD24669}" srcOrd="0" destOrd="0" presId="urn:microsoft.com/office/officeart/2005/8/layout/hierarchy2"/>
    <dgm:cxn modelId="{1127D346-1BDD-4AE9-A7B7-5F7B0171F9A7}" srcId="{4FA850B6-E3FF-4498-A1B4-BF52AC1FABB2}" destId="{8130E092-6B2F-4DB4-BDC7-F8462D1333F2}" srcOrd="1" destOrd="0" parTransId="{5632D9C0-F453-4C8C-845F-3FC650D00437}" sibTransId="{FAB6299B-BA8D-473F-A874-B632CB590271}"/>
    <dgm:cxn modelId="{9BB12E0E-FC46-4AC6-9EC2-E208792B4B27}" type="presOf" srcId="{8130E092-6B2F-4DB4-BDC7-F8462D1333F2}" destId="{21284B02-DE70-4BC7-BD0C-76D19E055303}" srcOrd="0" destOrd="0" presId="urn:microsoft.com/office/officeart/2005/8/layout/hierarchy2"/>
    <dgm:cxn modelId="{2B72DBBE-5FED-4C9A-9A98-E127D9CCBD7E}" type="presParOf" srcId="{96614415-239D-4480-8519-76121428B984}" destId="{D7AC4FF8-D719-4188-BF48-C668592854EC}" srcOrd="0" destOrd="0" presId="urn:microsoft.com/office/officeart/2005/8/layout/hierarchy2"/>
    <dgm:cxn modelId="{992D12E1-3A56-42F7-B0B1-63BAE80F8D64}" type="presParOf" srcId="{D7AC4FF8-D719-4188-BF48-C668592854EC}" destId="{7D76EF54-266D-4B47-9AA3-3F6AADD24669}" srcOrd="0" destOrd="0" presId="urn:microsoft.com/office/officeart/2005/8/layout/hierarchy2"/>
    <dgm:cxn modelId="{193F2CF8-A631-4861-8100-5C68D039CB32}" type="presParOf" srcId="{D7AC4FF8-D719-4188-BF48-C668592854EC}" destId="{5DD28895-D978-4CD8-A80A-642F21407128}" srcOrd="1" destOrd="0" presId="urn:microsoft.com/office/officeart/2005/8/layout/hierarchy2"/>
    <dgm:cxn modelId="{C660963D-29A7-40F1-9F5D-963A37C7A277}" type="presParOf" srcId="{5DD28895-D978-4CD8-A80A-642F21407128}" destId="{ED3FABBA-5D1D-4EBC-B077-73CCC7937551}" srcOrd="0" destOrd="0" presId="urn:microsoft.com/office/officeart/2005/8/layout/hierarchy2"/>
    <dgm:cxn modelId="{E61B6B50-B42A-46E3-916B-9231B6792597}" type="presParOf" srcId="{ED3FABBA-5D1D-4EBC-B077-73CCC7937551}" destId="{5E5B7E84-7C7F-4D1D-9A4B-AD741E5E6302}" srcOrd="0" destOrd="0" presId="urn:microsoft.com/office/officeart/2005/8/layout/hierarchy2"/>
    <dgm:cxn modelId="{B10F1E8B-8241-403B-8EE0-69B82878C021}" type="presParOf" srcId="{5DD28895-D978-4CD8-A80A-642F21407128}" destId="{63DB0D0B-CD7F-4F4A-BB42-F7A06436D511}" srcOrd="1" destOrd="0" presId="urn:microsoft.com/office/officeart/2005/8/layout/hierarchy2"/>
    <dgm:cxn modelId="{438CA2B3-BAFA-4D59-8FED-043EECD6BAE9}" type="presParOf" srcId="{63DB0D0B-CD7F-4F4A-BB42-F7A06436D511}" destId="{A5BD1817-547A-4A08-9E2B-14F2B8BB817D}" srcOrd="0" destOrd="0" presId="urn:microsoft.com/office/officeart/2005/8/layout/hierarchy2"/>
    <dgm:cxn modelId="{CFEFA05A-DDCC-4428-B28F-77CEDA5D01F1}" type="presParOf" srcId="{63DB0D0B-CD7F-4F4A-BB42-F7A06436D511}" destId="{AD2FD7E8-A388-4599-B9D6-8B2F1A316512}" srcOrd="1" destOrd="0" presId="urn:microsoft.com/office/officeart/2005/8/layout/hierarchy2"/>
    <dgm:cxn modelId="{42CAE267-FCFD-41AC-9FA4-CE4F2BBAC7B5}" type="presParOf" srcId="{5DD28895-D978-4CD8-A80A-642F21407128}" destId="{404E259E-5A31-4756-A08B-A7785B9835CC}" srcOrd="2" destOrd="0" presId="urn:microsoft.com/office/officeart/2005/8/layout/hierarchy2"/>
    <dgm:cxn modelId="{D8CF70CA-FAED-43EF-8787-6615E798688E}" type="presParOf" srcId="{404E259E-5A31-4756-A08B-A7785B9835CC}" destId="{5D983AE2-A456-4AC9-86FC-6C3ACECC576E}" srcOrd="0" destOrd="0" presId="urn:microsoft.com/office/officeart/2005/8/layout/hierarchy2"/>
    <dgm:cxn modelId="{0B99707E-17F4-4093-8D48-5B588DC9C260}" type="presParOf" srcId="{5DD28895-D978-4CD8-A80A-642F21407128}" destId="{951A4FE5-AEFF-4D6D-8A06-F89CB7D98209}" srcOrd="3" destOrd="0" presId="urn:microsoft.com/office/officeart/2005/8/layout/hierarchy2"/>
    <dgm:cxn modelId="{B0AFD22D-8985-4A74-80CC-5F81E7D86E65}" type="presParOf" srcId="{951A4FE5-AEFF-4D6D-8A06-F89CB7D98209}" destId="{21284B02-DE70-4BC7-BD0C-76D19E055303}" srcOrd="0" destOrd="0" presId="urn:microsoft.com/office/officeart/2005/8/layout/hierarchy2"/>
    <dgm:cxn modelId="{EC542010-6ABE-41B8-BAFD-9312B5A42C3D}" type="presParOf" srcId="{951A4FE5-AEFF-4D6D-8A06-F89CB7D98209}" destId="{9B2889C3-2589-4F26-A4E8-F488121CEBC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9794148A-C910-4610-943B-05DBF9AD395F}" type="doc">
      <dgm:prSet loTypeId="urn:microsoft.com/office/officeart/2005/8/layout/hierarchy2" loCatId="hierarchy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4FA850B6-E3FF-4498-A1B4-BF52AC1FABB2}">
      <dgm:prSet phldrT="[文本]" phldr="1"/>
      <dgm:spPr/>
      <dgm:t>
        <a:bodyPr/>
        <a:lstStyle/>
        <a:p>
          <a:endParaRPr lang="zh-CN" altLang="en-US" dirty="0"/>
        </a:p>
      </dgm:t>
    </dgm:pt>
    <dgm:pt modelId="{B8E7EF62-E056-429E-963E-65CE7AEC3A9F}" type="parTrans" cxnId="{BE03690D-2C83-43C4-A075-FF34E006D752}">
      <dgm:prSet/>
      <dgm:spPr/>
      <dgm:t>
        <a:bodyPr/>
        <a:lstStyle/>
        <a:p>
          <a:endParaRPr lang="zh-CN" altLang="en-US"/>
        </a:p>
      </dgm:t>
    </dgm:pt>
    <dgm:pt modelId="{D697EEFD-9D78-4C1E-BF91-BA72AEA68E69}" type="sibTrans" cxnId="{BE03690D-2C83-43C4-A075-FF34E006D752}">
      <dgm:prSet/>
      <dgm:spPr/>
      <dgm:t>
        <a:bodyPr/>
        <a:lstStyle/>
        <a:p>
          <a:endParaRPr lang="zh-CN" altLang="en-US"/>
        </a:p>
      </dgm:t>
    </dgm:pt>
    <dgm:pt modelId="{FBB88907-2CAC-490A-B5E8-E7668D39A518}">
      <dgm:prSet phldrT="[文本]" custT="1"/>
      <dgm:spPr/>
      <dgm:t>
        <a:bodyPr/>
        <a:lstStyle/>
        <a:p>
          <a:r>
            <a:rPr lang="zh-CN" altLang="en-US" sz="1700" b="1" dirty="0" smtClean="0">
              <a:latin typeface="楷体_GB2312" pitchFamily="49" charset="-122"/>
              <a:ea typeface="楷体_GB2312" pitchFamily="49" charset="-122"/>
            </a:rPr>
            <a:t>股票平均加权</a:t>
          </a:r>
          <a:endParaRPr lang="zh-CN" altLang="en-US" sz="1700" b="1" dirty="0">
            <a:latin typeface="楷体_GB2312" pitchFamily="49" charset="-122"/>
            <a:ea typeface="楷体_GB2312" pitchFamily="49" charset="-122"/>
          </a:endParaRPr>
        </a:p>
      </dgm:t>
    </dgm:pt>
    <dgm:pt modelId="{BD4C61FD-41A6-4790-99BF-5EE99115F928}" type="parTrans" cxnId="{096518AB-52BB-4513-9E92-4D4845FCB014}">
      <dgm:prSet/>
      <dgm:spPr/>
      <dgm:t>
        <a:bodyPr/>
        <a:lstStyle/>
        <a:p>
          <a:endParaRPr lang="zh-CN" altLang="en-US"/>
        </a:p>
      </dgm:t>
    </dgm:pt>
    <dgm:pt modelId="{6AC6B8D4-5E25-47CB-970F-7F1D0AC4F90F}" type="sibTrans" cxnId="{096518AB-52BB-4513-9E92-4D4845FCB014}">
      <dgm:prSet/>
      <dgm:spPr/>
      <dgm:t>
        <a:bodyPr/>
        <a:lstStyle/>
        <a:p>
          <a:endParaRPr lang="zh-CN" altLang="en-US"/>
        </a:p>
      </dgm:t>
    </dgm:pt>
    <dgm:pt modelId="{8130E092-6B2F-4DB4-BDC7-F8462D1333F2}">
      <dgm:prSet phldrT="[文本]" custT="1"/>
      <dgm:spPr/>
      <dgm:t>
        <a:bodyPr/>
        <a:lstStyle/>
        <a:p>
          <a:r>
            <a:rPr lang="zh-CN" altLang="en-US" sz="1700" b="1" dirty="0" smtClean="0">
              <a:latin typeface="楷体_GB2312" pitchFamily="49" charset="-122"/>
              <a:ea typeface="楷体_GB2312" pitchFamily="49" charset="-122"/>
            </a:rPr>
            <a:t>股票流通市值加权</a:t>
          </a:r>
          <a:endParaRPr lang="zh-CN" altLang="en-US" sz="1700" b="1" dirty="0">
            <a:latin typeface="楷体_GB2312" pitchFamily="49" charset="-122"/>
            <a:ea typeface="楷体_GB2312" pitchFamily="49" charset="-122"/>
          </a:endParaRPr>
        </a:p>
      </dgm:t>
    </dgm:pt>
    <dgm:pt modelId="{5632D9C0-F453-4C8C-845F-3FC650D00437}" type="parTrans" cxnId="{1127D346-1BDD-4AE9-A7B7-5F7B0171F9A7}">
      <dgm:prSet/>
      <dgm:spPr/>
      <dgm:t>
        <a:bodyPr/>
        <a:lstStyle/>
        <a:p>
          <a:endParaRPr lang="zh-CN" altLang="en-US"/>
        </a:p>
      </dgm:t>
    </dgm:pt>
    <dgm:pt modelId="{FAB6299B-BA8D-473F-A874-B632CB590271}" type="sibTrans" cxnId="{1127D346-1BDD-4AE9-A7B7-5F7B0171F9A7}">
      <dgm:prSet/>
      <dgm:spPr/>
      <dgm:t>
        <a:bodyPr/>
        <a:lstStyle/>
        <a:p>
          <a:endParaRPr lang="zh-CN" altLang="en-US"/>
        </a:p>
      </dgm:t>
    </dgm:pt>
    <dgm:pt modelId="{96614415-239D-4480-8519-76121428B984}" type="pres">
      <dgm:prSet presAssocID="{9794148A-C910-4610-943B-05DBF9AD39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7AC4FF8-D719-4188-BF48-C668592854EC}" type="pres">
      <dgm:prSet presAssocID="{4FA850B6-E3FF-4498-A1B4-BF52AC1FABB2}" presName="root1" presStyleCnt="0"/>
      <dgm:spPr/>
      <dgm:t>
        <a:bodyPr/>
        <a:lstStyle/>
        <a:p>
          <a:endParaRPr lang="zh-CN" altLang="en-US"/>
        </a:p>
      </dgm:t>
    </dgm:pt>
    <dgm:pt modelId="{7D76EF54-266D-4B47-9AA3-3F6AADD24669}" type="pres">
      <dgm:prSet presAssocID="{4FA850B6-E3FF-4498-A1B4-BF52AC1FABB2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DD28895-D978-4CD8-A80A-642F21407128}" type="pres">
      <dgm:prSet presAssocID="{4FA850B6-E3FF-4498-A1B4-BF52AC1FABB2}" presName="level2hierChild" presStyleCnt="0"/>
      <dgm:spPr/>
      <dgm:t>
        <a:bodyPr/>
        <a:lstStyle/>
        <a:p>
          <a:endParaRPr lang="zh-CN" altLang="en-US"/>
        </a:p>
      </dgm:t>
    </dgm:pt>
    <dgm:pt modelId="{ED3FABBA-5D1D-4EBC-B077-73CCC7937551}" type="pres">
      <dgm:prSet presAssocID="{BD4C61FD-41A6-4790-99BF-5EE99115F928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5E5B7E84-7C7F-4D1D-9A4B-AD741E5E6302}" type="pres">
      <dgm:prSet presAssocID="{BD4C61FD-41A6-4790-99BF-5EE99115F928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63DB0D0B-CD7F-4F4A-BB42-F7A06436D511}" type="pres">
      <dgm:prSet presAssocID="{FBB88907-2CAC-490A-B5E8-E7668D39A518}" presName="root2" presStyleCnt="0"/>
      <dgm:spPr/>
      <dgm:t>
        <a:bodyPr/>
        <a:lstStyle/>
        <a:p>
          <a:endParaRPr lang="zh-CN" altLang="en-US"/>
        </a:p>
      </dgm:t>
    </dgm:pt>
    <dgm:pt modelId="{A5BD1817-547A-4A08-9E2B-14F2B8BB817D}" type="pres">
      <dgm:prSet presAssocID="{FBB88907-2CAC-490A-B5E8-E7668D39A518}" presName="LevelTwoTextNode" presStyleLbl="node2" presStyleIdx="0" presStyleCnt="2" custScaleX="16107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D2FD7E8-A388-4599-B9D6-8B2F1A316512}" type="pres">
      <dgm:prSet presAssocID="{FBB88907-2CAC-490A-B5E8-E7668D39A518}" presName="level3hierChild" presStyleCnt="0"/>
      <dgm:spPr/>
      <dgm:t>
        <a:bodyPr/>
        <a:lstStyle/>
        <a:p>
          <a:endParaRPr lang="zh-CN" altLang="en-US"/>
        </a:p>
      </dgm:t>
    </dgm:pt>
    <dgm:pt modelId="{404E259E-5A31-4756-A08B-A7785B9835CC}" type="pres">
      <dgm:prSet presAssocID="{5632D9C0-F453-4C8C-845F-3FC650D00437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5D983AE2-A456-4AC9-86FC-6C3ACECC576E}" type="pres">
      <dgm:prSet presAssocID="{5632D9C0-F453-4C8C-845F-3FC650D00437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951A4FE5-AEFF-4D6D-8A06-F89CB7D98209}" type="pres">
      <dgm:prSet presAssocID="{8130E092-6B2F-4DB4-BDC7-F8462D1333F2}" presName="root2" presStyleCnt="0"/>
      <dgm:spPr/>
      <dgm:t>
        <a:bodyPr/>
        <a:lstStyle/>
        <a:p>
          <a:endParaRPr lang="zh-CN" altLang="en-US"/>
        </a:p>
      </dgm:t>
    </dgm:pt>
    <dgm:pt modelId="{21284B02-DE70-4BC7-BD0C-76D19E055303}" type="pres">
      <dgm:prSet presAssocID="{8130E092-6B2F-4DB4-BDC7-F8462D1333F2}" presName="LevelTwoTextNode" presStyleLbl="node2" presStyleIdx="1" presStyleCnt="2" custScaleX="16107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B2889C3-2589-4F26-A4E8-F488121CEBC5}" type="pres">
      <dgm:prSet presAssocID="{8130E092-6B2F-4DB4-BDC7-F8462D1333F2}" presName="level3hierChild" presStyleCnt="0"/>
      <dgm:spPr/>
      <dgm:t>
        <a:bodyPr/>
        <a:lstStyle/>
        <a:p>
          <a:endParaRPr lang="zh-CN" altLang="en-US"/>
        </a:p>
      </dgm:t>
    </dgm:pt>
  </dgm:ptLst>
  <dgm:cxnLst>
    <dgm:cxn modelId="{1FF962F4-47D8-4C4D-AE82-EDFA9026EF70}" type="presOf" srcId="{BD4C61FD-41A6-4790-99BF-5EE99115F928}" destId="{ED3FABBA-5D1D-4EBC-B077-73CCC7937551}" srcOrd="0" destOrd="0" presId="urn:microsoft.com/office/officeart/2005/8/layout/hierarchy2"/>
    <dgm:cxn modelId="{290814EE-C6A0-40CB-8D95-313A682521D3}" type="presOf" srcId="{FBB88907-2CAC-490A-B5E8-E7668D39A518}" destId="{A5BD1817-547A-4A08-9E2B-14F2B8BB817D}" srcOrd="0" destOrd="0" presId="urn:microsoft.com/office/officeart/2005/8/layout/hierarchy2"/>
    <dgm:cxn modelId="{035D92D8-D917-4458-B06A-21D1B6C9327B}" type="presOf" srcId="{5632D9C0-F453-4C8C-845F-3FC650D00437}" destId="{404E259E-5A31-4756-A08B-A7785B9835CC}" srcOrd="0" destOrd="0" presId="urn:microsoft.com/office/officeart/2005/8/layout/hierarchy2"/>
    <dgm:cxn modelId="{A0DE03A9-2452-43E6-A307-245DB2A7FDC4}" type="presOf" srcId="{BD4C61FD-41A6-4790-99BF-5EE99115F928}" destId="{5E5B7E84-7C7F-4D1D-9A4B-AD741E5E6302}" srcOrd="1" destOrd="0" presId="urn:microsoft.com/office/officeart/2005/8/layout/hierarchy2"/>
    <dgm:cxn modelId="{BE03690D-2C83-43C4-A075-FF34E006D752}" srcId="{9794148A-C910-4610-943B-05DBF9AD395F}" destId="{4FA850B6-E3FF-4498-A1B4-BF52AC1FABB2}" srcOrd="0" destOrd="0" parTransId="{B8E7EF62-E056-429E-963E-65CE7AEC3A9F}" sibTransId="{D697EEFD-9D78-4C1E-BF91-BA72AEA68E69}"/>
    <dgm:cxn modelId="{0EB4D263-51E6-4D29-8679-D0C660831009}" type="presOf" srcId="{5632D9C0-F453-4C8C-845F-3FC650D00437}" destId="{5D983AE2-A456-4AC9-86FC-6C3ACECC576E}" srcOrd="1" destOrd="0" presId="urn:microsoft.com/office/officeart/2005/8/layout/hierarchy2"/>
    <dgm:cxn modelId="{096518AB-52BB-4513-9E92-4D4845FCB014}" srcId="{4FA850B6-E3FF-4498-A1B4-BF52AC1FABB2}" destId="{FBB88907-2CAC-490A-B5E8-E7668D39A518}" srcOrd="0" destOrd="0" parTransId="{BD4C61FD-41A6-4790-99BF-5EE99115F928}" sibTransId="{6AC6B8D4-5E25-47CB-970F-7F1D0AC4F90F}"/>
    <dgm:cxn modelId="{4D236C7E-7A67-4C86-8D52-00F42D124835}" type="presOf" srcId="{4FA850B6-E3FF-4498-A1B4-BF52AC1FABB2}" destId="{7D76EF54-266D-4B47-9AA3-3F6AADD24669}" srcOrd="0" destOrd="0" presId="urn:microsoft.com/office/officeart/2005/8/layout/hierarchy2"/>
    <dgm:cxn modelId="{0F548963-7E7C-4BB4-948E-912A7E9A08F6}" type="presOf" srcId="{9794148A-C910-4610-943B-05DBF9AD395F}" destId="{96614415-239D-4480-8519-76121428B984}" srcOrd="0" destOrd="0" presId="urn:microsoft.com/office/officeart/2005/8/layout/hierarchy2"/>
    <dgm:cxn modelId="{F9DA7570-C9EE-4433-8072-7F3B03541C2A}" type="presOf" srcId="{8130E092-6B2F-4DB4-BDC7-F8462D1333F2}" destId="{21284B02-DE70-4BC7-BD0C-76D19E055303}" srcOrd="0" destOrd="0" presId="urn:microsoft.com/office/officeart/2005/8/layout/hierarchy2"/>
    <dgm:cxn modelId="{1127D346-1BDD-4AE9-A7B7-5F7B0171F9A7}" srcId="{4FA850B6-E3FF-4498-A1B4-BF52AC1FABB2}" destId="{8130E092-6B2F-4DB4-BDC7-F8462D1333F2}" srcOrd="1" destOrd="0" parTransId="{5632D9C0-F453-4C8C-845F-3FC650D00437}" sibTransId="{FAB6299B-BA8D-473F-A874-B632CB590271}"/>
    <dgm:cxn modelId="{C3B1403E-152C-45EA-B4D5-93F813837EC2}" type="presParOf" srcId="{96614415-239D-4480-8519-76121428B984}" destId="{D7AC4FF8-D719-4188-BF48-C668592854EC}" srcOrd="0" destOrd="0" presId="urn:microsoft.com/office/officeart/2005/8/layout/hierarchy2"/>
    <dgm:cxn modelId="{0582D562-6466-4302-BED7-A7C8781D0600}" type="presParOf" srcId="{D7AC4FF8-D719-4188-BF48-C668592854EC}" destId="{7D76EF54-266D-4B47-9AA3-3F6AADD24669}" srcOrd="0" destOrd="0" presId="urn:microsoft.com/office/officeart/2005/8/layout/hierarchy2"/>
    <dgm:cxn modelId="{191ABE4C-FDFD-4638-AA03-FA20D7463631}" type="presParOf" srcId="{D7AC4FF8-D719-4188-BF48-C668592854EC}" destId="{5DD28895-D978-4CD8-A80A-642F21407128}" srcOrd="1" destOrd="0" presId="urn:microsoft.com/office/officeart/2005/8/layout/hierarchy2"/>
    <dgm:cxn modelId="{77EA9845-504F-4C74-8958-823ADF7AA79D}" type="presParOf" srcId="{5DD28895-D978-4CD8-A80A-642F21407128}" destId="{ED3FABBA-5D1D-4EBC-B077-73CCC7937551}" srcOrd="0" destOrd="0" presId="urn:microsoft.com/office/officeart/2005/8/layout/hierarchy2"/>
    <dgm:cxn modelId="{5AB55BBF-27D0-43AC-AB16-82B3D641E2F6}" type="presParOf" srcId="{ED3FABBA-5D1D-4EBC-B077-73CCC7937551}" destId="{5E5B7E84-7C7F-4D1D-9A4B-AD741E5E6302}" srcOrd="0" destOrd="0" presId="urn:microsoft.com/office/officeart/2005/8/layout/hierarchy2"/>
    <dgm:cxn modelId="{E890BAF7-E2C2-43E9-A61D-E53CBA4E2964}" type="presParOf" srcId="{5DD28895-D978-4CD8-A80A-642F21407128}" destId="{63DB0D0B-CD7F-4F4A-BB42-F7A06436D511}" srcOrd="1" destOrd="0" presId="urn:microsoft.com/office/officeart/2005/8/layout/hierarchy2"/>
    <dgm:cxn modelId="{D2EA243A-0ED3-4E4D-88B2-EF01ED136278}" type="presParOf" srcId="{63DB0D0B-CD7F-4F4A-BB42-F7A06436D511}" destId="{A5BD1817-547A-4A08-9E2B-14F2B8BB817D}" srcOrd="0" destOrd="0" presId="urn:microsoft.com/office/officeart/2005/8/layout/hierarchy2"/>
    <dgm:cxn modelId="{23685E14-AA7D-4B8B-94A3-5B2949DE9E6F}" type="presParOf" srcId="{63DB0D0B-CD7F-4F4A-BB42-F7A06436D511}" destId="{AD2FD7E8-A388-4599-B9D6-8B2F1A316512}" srcOrd="1" destOrd="0" presId="urn:microsoft.com/office/officeart/2005/8/layout/hierarchy2"/>
    <dgm:cxn modelId="{0FDAECD0-4350-462C-BDDB-B2C925B1CF62}" type="presParOf" srcId="{5DD28895-D978-4CD8-A80A-642F21407128}" destId="{404E259E-5A31-4756-A08B-A7785B9835CC}" srcOrd="2" destOrd="0" presId="urn:microsoft.com/office/officeart/2005/8/layout/hierarchy2"/>
    <dgm:cxn modelId="{23C2B1D4-F24A-49A9-93C2-8EB65D2A8251}" type="presParOf" srcId="{404E259E-5A31-4756-A08B-A7785B9835CC}" destId="{5D983AE2-A456-4AC9-86FC-6C3ACECC576E}" srcOrd="0" destOrd="0" presId="urn:microsoft.com/office/officeart/2005/8/layout/hierarchy2"/>
    <dgm:cxn modelId="{7B72F500-5CF7-4AF1-8D7A-60380A1733BD}" type="presParOf" srcId="{5DD28895-D978-4CD8-A80A-642F21407128}" destId="{951A4FE5-AEFF-4D6D-8A06-F89CB7D98209}" srcOrd="3" destOrd="0" presId="urn:microsoft.com/office/officeart/2005/8/layout/hierarchy2"/>
    <dgm:cxn modelId="{BCD439CC-BF80-46CD-AA69-5C21C3F61103}" type="presParOf" srcId="{951A4FE5-AEFF-4D6D-8A06-F89CB7D98209}" destId="{21284B02-DE70-4BC7-BD0C-76D19E055303}" srcOrd="0" destOrd="0" presId="urn:microsoft.com/office/officeart/2005/8/layout/hierarchy2"/>
    <dgm:cxn modelId="{5962C499-819F-48C1-9467-F00B57A8229D}" type="presParOf" srcId="{951A4FE5-AEFF-4D6D-8A06-F89CB7D98209}" destId="{9B2889C3-2589-4F26-A4E8-F488121CEBC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B95B2194-AE25-42EC-9CD6-511A142219F1}" type="doc">
      <dgm:prSet loTypeId="urn:microsoft.com/office/officeart/2005/8/layout/cycle1" loCatId="cycle" qsTypeId="urn:microsoft.com/office/officeart/2005/8/quickstyle/simple2" qsCatId="simple" csTypeId="urn:microsoft.com/office/officeart/2005/8/colors/accent2_1" csCatId="accent2" phldr="0"/>
      <dgm:spPr/>
      <dgm:t>
        <a:bodyPr/>
        <a:lstStyle/>
        <a:p>
          <a:endParaRPr lang="zh-CN" altLang="en-US"/>
        </a:p>
      </dgm:t>
    </dgm:pt>
    <dgm:pt modelId="{DCA5E0D4-1D71-4DC9-9AFF-FEB3B02A0C42}">
      <dgm:prSet phldrT="[文本]" phldr="1"/>
      <dgm:spPr/>
      <dgm:t>
        <a:bodyPr/>
        <a:lstStyle/>
        <a:p>
          <a:endParaRPr lang="zh-CN" altLang="en-US" dirty="0"/>
        </a:p>
      </dgm:t>
    </dgm:pt>
    <dgm:pt modelId="{F032821F-5F02-42D7-ABC1-DB62C1B1A48B}" type="parTrans" cxnId="{D5684B83-6DA3-4A56-9D94-A492556DF271}">
      <dgm:prSet/>
      <dgm:spPr/>
      <dgm:t>
        <a:bodyPr/>
        <a:lstStyle/>
        <a:p>
          <a:endParaRPr lang="zh-CN" altLang="en-US"/>
        </a:p>
      </dgm:t>
    </dgm:pt>
    <dgm:pt modelId="{D7814DD3-E90E-4680-84A5-CEA1095B2D02}" type="sibTrans" cxnId="{D5684B83-6DA3-4A56-9D94-A492556DF271}">
      <dgm:prSet/>
      <dgm:spPr/>
      <dgm:t>
        <a:bodyPr/>
        <a:lstStyle/>
        <a:p>
          <a:endParaRPr lang="zh-CN" altLang="en-US"/>
        </a:p>
      </dgm:t>
    </dgm:pt>
    <dgm:pt modelId="{16106DF5-0BCC-4ACF-87C3-1E3F3B06ACA3}">
      <dgm:prSet phldrT="[文本]" phldr="1"/>
      <dgm:spPr/>
      <dgm:t>
        <a:bodyPr/>
        <a:lstStyle/>
        <a:p>
          <a:endParaRPr lang="zh-CN" altLang="en-US" dirty="0"/>
        </a:p>
      </dgm:t>
    </dgm:pt>
    <dgm:pt modelId="{43AEDDD5-7060-42CD-B17C-8D4EF4442582}" type="parTrans" cxnId="{1A94C849-1CFF-4BB6-9363-FDB445DFDDE1}">
      <dgm:prSet/>
      <dgm:spPr/>
      <dgm:t>
        <a:bodyPr/>
        <a:lstStyle/>
        <a:p>
          <a:endParaRPr lang="zh-CN" altLang="en-US"/>
        </a:p>
      </dgm:t>
    </dgm:pt>
    <dgm:pt modelId="{9E6810C8-5B4F-495E-BB52-F14F97C459CC}" type="sibTrans" cxnId="{1A94C849-1CFF-4BB6-9363-FDB445DFDDE1}">
      <dgm:prSet/>
      <dgm:spPr/>
      <dgm:t>
        <a:bodyPr/>
        <a:lstStyle/>
        <a:p>
          <a:endParaRPr lang="zh-CN" altLang="en-US"/>
        </a:p>
      </dgm:t>
    </dgm:pt>
    <dgm:pt modelId="{0077806D-055A-43B8-A4C0-9106453C9A0A}">
      <dgm:prSet phldrT="[文本]" phldr="1"/>
      <dgm:spPr/>
      <dgm:t>
        <a:bodyPr/>
        <a:lstStyle/>
        <a:p>
          <a:endParaRPr lang="zh-CN" altLang="en-US"/>
        </a:p>
      </dgm:t>
    </dgm:pt>
    <dgm:pt modelId="{0773A20B-C1BB-4177-9D01-D93AB9ABAB9E}" type="parTrans" cxnId="{92A65D14-59DB-44E5-BAD9-60BF04DD8F3A}">
      <dgm:prSet/>
      <dgm:spPr/>
      <dgm:t>
        <a:bodyPr/>
        <a:lstStyle/>
        <a:p>
          <a:endParaRPr lang="zh-CN" altLang="en-US"/>
        </a:p>
      </dgm:t>
    </dgm:pt>
    <dgm:pt modelId="{03DC57F7-8824-40F8-B61A-0102639F1CEF}" type="sibTrans" cxnId="{92A65D14-59DB-44E5-BAD9-60BF04DD8F3A}">
      <dgm:prSet/>
      <dgm:spPr/>
      <dgm:t>
        <a:bodyPr/>
        <a:lstStyle/>
        <a:p>
          <a:endParaRPr lang="zh-CN" altLang="en-US"/>
        </a:p>
      </dgm:t>
    </dgm:pt>
    <dgm:pt modelId="{ACD5BF79-A589-464D-A786-788BCD5161B1}">
      <dgm:prSet phldrT="[文本]" phldr="1"/>
      <dgm:spPr/>
      <dgm:t>
        <a:bodyPr/>
        <a:lstStyle/>
        <a:p>
          <a:endParaRPr lang="zh-CN" altLang="en-US"/>
        </a:p>
      </dgm:t>
    </dgm:pt>
    <dgm:pt modelId="{BE9F6F8F-BC88-49E8-B700-326E5B8A732C}" type="parTrans" cxnId="{62A045A6-DBC8-4E56-B7CE-A0E8A69689F0}">
      <dgm:prSet/>
      <dgm:spPr/>
      <dgm:t>
        <a:bodyPr/>
        <a:lstStyle/>
        <a:p>
          <a:endParaRPr lang="zh-CN" altLang="en-US"/>
        </a:p>
      </dgm:t>
    </dgm:pt>
    <dgm:pt modelId="{A0354AA4-1EDB-46EB-85C1-A23EE8D7F27D}" type="sibTrans" cxnId="{62A045A6-DBC8-4E56-B7CE-A0E8A69689F0}">
      <dgm:prSet/>
      <dgm:spPr/>
      <dgm:t>
        <a:bodyPr/>
        <a:lstStyle/>
        <a:p>
          <a:endParaRPr lang="zh-CN" altLang="en-US"/>
        </a:p>
      </dgm:t>
    </dgm:pt>
    <dgm:pt modelId="{38DBC2A6-3FAD-43C0-A39C-00128DE58046}">
      <dgm:prSet phldrT="[文本]" phldr="1"/>
      <dgm:spPr/>
      <dgm:t>
        <a:bodyPr/>
        <a:lstStyle/>
        <a:p>
          <a:endParaRPr lang="zh-CN" altLang="en-US" dirty="0"/>
        </a:p>
      </dgm:t>
    </dgm:pt>
    <dgm:pt modelId="{9983DEF7-138C-4788-B91C-ECDD74CF3EC4}" type="parTrans" cxnId="{2A109F3E-8127-43BB-A7B5-0B777F098207}">
      <dgm:prSet/>
      <dgm:spPr/>
      <dgm:t>
        <a:bodyPr/>
        <a:lstStyle/>
        <a:p>
          <a:endParaRPr lang="zh-CN" altLang="en-US"/>
        </a:p>
      </dgm:t>
    </dgm:pt>
    <dgm:pt modelId="{C460FEB0-0964-4522-B1A4-49CF46B2833A}" type="sibTrans" cxnId="{2A109F3E-8127-43BB-A7B5-0B777F098207}">
      <dgm:prSet/>
      <dgm:spPr/>
      <dgm:t>
        <a:bodyPr/>
        <a:lstStyle/>
        <a:p>
          <a:endParaRPr lang="zh-CN" altLang="en-US"/>
        </a:p>
      </dgm:t>
    </dgm:pt>
    <dgm:pt modelId="{9C281509-75C6-486A-9214-62DDB8DA79D1}" type="pres">
      <dgm:prSet presAssocID="{B95B2194-AE25-42EC-9CD6-511A142219F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B4841D9-029C-49F6-967C-FD49F062FFF5}" type="pres">
      <dgm:prSet presAssocID="{DCA5E0D4-1D71-4DC9-9AFF-FEB3B02A0C42}" presName="dummy" presStyleCnt="0"/>
      <dgm:spPr/>
      <dgm:t>
        <a:bodyPr/>
        <a:lstStyle/>
        <a:p>
          <a:endParaRPr lang="zh-CN" altLang="en-US"/>
        </a:p>
      </dgm:t>
    </dgm:pt>
    <dgm:pt modelId="{C8E250ED-947B-4451-A3A2-7D79EDA542B2}" type="pres">
      <dgm:prSet presAssocID="{DCA5E0D4-1D71-4DC9-9AFF-FEB3B02A0C42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7B2A788-B5CC-4B56-A1B6-EEA2B8F91B97}" type="pres">
      <dgm:prSet presAssocID="{D7814DD3-E90E-4680-84A5-CEA1095B2D02}" presName="sibTrans" presStyleLbl="node1" presStyleIdx="0" presStyleCnt="5"/>
      <dgm:spPr/>
      <dgm:t>
        <a:bodyPr/>
        <a:lstStyle/>
        <a:p>
          <a:endParaRPr lang="zh-CN" altLang="en-US"/>
        </a:p>
      </dgm:t>
    </dgm:pt>
    <dgm:pt modelId="{49D48189-CF17-4761-8576-94597168DF69}" type="pres">
      <dgm:prSet presAssocID="{16106DF5-0BCC-4ACF-87C3-1E3F3B06ACA3}" presName="dummy" presStyleCnt="0"/>
      <dgm:spPr/>
      <dgm:t>
        <a:bodyPr/>
        <a:lstStyle/>
        <a:p>
          <a:endParaRPr lang="zh-CN" altLang="en-US"/>
        </a:p>
      </dgm:t>
    </dgm:pt>
    <dgm:pt modelId="{543BB440-AD3F-4ACF-9D9B-E45E9EFE35B1}" type="pres">
      <dgm:prSet presAssocID="{16106DF5-0BCC-4ACF-87C3-1E3F3B06ACA3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7FC31B-239F-4A86-9F99-397A20FB26EC}" type="pres">
      <dgm:prSet presAssocID="{9E6810C8-5B4F-495E-BB52-F14F97C459CC}" presName="sibTrans" presStyleLbl="node1" presStyleIdx="1" presStyleCnt="5"/>
      <dgm:spPr/>
      <dgm:t>
        <a:bodyPr/>
        <a:lstStyle/>
        <a:p>
          <a:endParaRPr lang="zh-CN" altLang="en-US"/>
        </a:p>
      </dgm:t>
    </dgm:pt>
    <dgm:pt modelId="{0838F609-942E-4A25-A3EF-743B7F33D1C2}" type="pres">
      <dgm:prSet presAssocID="{0077806D-055A-43B8-A4C0-9106453C9A0A}" presName="dummy" presStyleCnt="0"/>
      <dgm:spPr/>
      <dgm:t>
        <a:bodyPr/>
        <a:lstStyle/>
        <a:p>
          <a:endParaRPr lang="zh-CN" altLang="en-US"/>
        </a:p>
      </dgm:t>
    </dgm:pt>
    <dgm:pt modelId="{7659E64D-6E6F-40D1-BC31-859AFFCEABF0}" type="pres">
      <dgm:prSet presAssocID="{0077806D-055A-43B8-A4C0-9106453C9A0A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2013A42-20DF-4ADE-8594-12CF5D48642F}" type="pres">
      <dgm:prSet presAssocID="{03DC57F7-8824-40F8-B61A-0102639F1CEF}" presName="sibTrans" presStyleLbl="node1" presStyleIdx="2" presStyleCnt="5"/>
      <dgm:spPr/>
      <dgm:t>
        <a:bodyPr/>
        <a:lstStyle/>
        <a:p>
          <a:endParaRPr lang="zh-CN" altLang="en-US"/>
        </a:p>
      </dgm:t>
    </dgm:pt>
    <dgm:pt modelId="{463D9F16-5EF9-4AC5-BDBA-9BD088D71892}" type="pres">
      <dgm:prSet presAssocID="{ACD5BF79-A589-464D-A786-788BCD5161B1}" presName="dummy" presStyleCnt="0"/>
      <dgm:spPr/>
      <dgm:t>
        <a:bodyPr/>
        <a:lstStyle/>
        <a:p>
          <a:endParaRPr lang="zh-CN" altLang="en-US"/>
        </a:p>
      </dgm:t>
    </dgm:pt>
    <dgm:pt modelId="{180FF5AB-167A-44BE-A040-AC0E120B314E}" type="pres">
      <dgm:prSet presAssocID="{ACD5BF79-A589-464D-A786-788BCD5161B1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B17D208-B2F2-4ECC-AEF9-E2D76D06D0FB}" type="pres">
      <dgm:prSet presAssocID="{A0354AA4-1EDB-46EB-85C1-A23EE8D7F27D}" presName="sibTrans" presStyleLbl="node1" presStyleIdx="3" presStyleCnt="5"/>
      <dgm:spPr/>
      <dgm:t>
        <a:bodyPr/>
        <a:lstStyle/>
        <a:p>
          <a:endParaRPr lang="zh-CN" altLang="en-US"/>
        </a:p>
      </dgm:t>
    </dgm:pt>
    <dgm:pt modelId="{80EFAAE4-45A2-4480-A469-BBD5A38C37DB}" type="pres">
      <dgm:prSet presAssocID="{38DBC2A6-3FAD-43C0-A39C-00128DE58046}" presName="dummy" presStyleCnt="0"/>
      <dgm:spPr/>
      <dgm:t>
        <a:bodyPr/>
        <a:lstStyle/>
        <a:p>
          <a:endParaRPr lang="zh-CN" altLang="en-US"/>
        </a:p>
      </dgm:t>
    </dgm:pt>
    <dgm:pt modelId="{F1BF21EF-DB30-4A81-AE40-22CFBB5574BE}" type="pres">
      <dgm:prSet presAssocID="{38DBC2A6-3FAD-43C0-A39C-00128DE58046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0F0299-70A5-4A65-9D5C-B9D068385B5E}" type="pres">
      <dgm:prSet presAssocID="{C460FEB0-0964-4522-B1A4-49CF46B2833A}" presName="sibTrans" presStyleLbl="node1" presStyleIdx="4" presStyleCnt="5"/>
      <dgm:spPr/>
      <dgm:t>
        <a:bodyPr/>
        <a:lstStyle/>
        <a:p>
          <a:endParaRPr lang="zh-CN" altLang="en-US"/>
        </a:p>
      </dgm:t>
    </dgm:pt>
  </dgm:ptLst>
  <dgm:cxnLst>
    <dgm:cxn modelId="{92A65D14-59DB-44E5-BAD9-60BF04DD8F3A}" srcId="{B95B2194-AE25-42EC-9CD6-511A142219F1}" destId="{0077806D-055A-43B8-A4C0-9106453C9A0A}" srcOrd="2" destOrd="0" parTransId="{0773A20B-C1BB-4177-9D01-D93AB9ABAB9E}" sibTransId="{03DC57F7-8824-40F8-B61A-0102639F1CEF}"/>
    <dgm:cxn modelId="{E7400332-EEFC-4904-88DE-CE7ABAA390FD}" type="presOf" srcId="{9E6810C8-5B4F-495E-BB52-F14F97C459CC}" destId="{867FC31B-239F-4A86-9F99-397A20FB26EC}" srcOrd="0" destOrd="0" presId="urn:microsoft.com/office/officeart/2005/8/layout/cycle1"/>
    <dgm:cxn modelId="{F5DB4706-51A1-441A-AD38-567737014642}" type="presOf" srcId="{C460FEB0-0964-4522-B1A4-49CF46B2833A}" destId="{730F0299-70A5-4A65-9D5C-B9D068385B5E}" srcOrd="0" destOrd="0" presId="urn:microsoft.com/office/officeart/2005/8/layout/cycle1"/>
    <dgm:cxn modelId="{182F7197-C615-4172-8A46-E5A07CD2A7BD}" type="presOf" srcId="{ACD5BF79-A589-464D-A786-788BCD5161B1}" destId="{180FF5AB-167A-44BE-A040-AC0E120B314E}" srcOrd="0" destOrd="0" presId="urn:microsoft.com/office/officeart/2005/8/layout/cycle1"/>
    <dgm:cxn modelId="{D5684B83-6DA3-4A56-9D94-A492556DF271}" srcId="{B95B2194-AE25-42EC-9CD6-511A142219F1}" destId="{DCA5E0D4-1D71-4DC9-9AFF-FEB3B02A0C42}" srcOrd="0" destOrd="0" parTransId="{F032821F-5F02-42D7-ABC1-DB62C1B1A48B}" sibTransId="{D7814DD3-E90E-4680-84A5-CEA1095B2D02}"/>
    <dgm:cxn modelId="{9A8B7759-6E1E-40F7-AEF6-540FC84BF6CE}" type="presOf" srcId="{16106DF5-0BCC-4ACF-87C3-1E3F3B06ACA3}" destId="{543BB440-AD3F-4ACF-9D9B-E45E9EFE35B1}" srcOrd="0" destOrd="0" presId="urn:microsoft.com/office/officeart/2005/8/layout/cycle1"/>
    <dgm:cxn modelId="{62A045A6-DBC8-4E56-B7CE-A0E8A69689F0}" srcId="{B95B2194-AE25-42EC-9CD6-511A142219F1}" destId="{ACD5BF79-A589-464D-A786-788BCD5161B1}" srcOrd="3" destOrd="0" parTransId="{BE9F6F8F-BC88-49E8-B700-326E5B8A732C}" sibTransId="{A0354AA4-1EDB-46EB-85C1-A23EE8D7F27D}"/>
    <dgm:cxn modelId="{45989752-CACF-44E2-97AC-C52E16801EDD}" type="presOf" srcId="{DCA5E0D4-1D71-4DC9-9AFF-FEB3B02A0C42}" destId="{C8E250ED-947B-4451-A3A2-7D79EDA542B2}" srcOrd="0" destOrd="0" presId="urn:microsoft.com/office/officeart/2005/8/layout/cycle1"/>
    <dgm:cxn modelId="{C2DF8568-B7C6-401D-BC73-B008F97A757D}" type="presOf" srcId="{B95B2194-AE25-42EC-9CD6-511A142219F1}" destId="{9C281509-75C6-486A-9214-62DDB8DA79D1}" srcOrd="0" destOrd="0" presId="urn:microsoft.com/office/officeart/2005/8/layout/cycle1"/>
    <dgm:cxn modelId="{C6600314-D81F-4049-A3EC-815858883719}" type="presOf" srcId="{0077806D-055A-43B8-A4C0-9106453C9A0A}" destId="{7659E64D-6E6F-40D1-BC31-859AFFCEABF0}" srcOrd="0" destOrd="0" presId="urn:microsoft.com/office/officeart/2005/8/layout/cycle1"/>
    <dgm:cxn modelId="{1A94C849-1CFF-4BB6-9363-FDB445DFDDE1}" srcId="{B95B2194-AE25-42EC-9CD6-511A142219F1}" destId="{16106DF5-0BCC-4ACF-87C3-1E3F3B06ACA3}" srcOrd="1" destOrd="0" parTransId="{43AEDDD5-7060-42CD-B17C-8D4EF4442582}" sibTransId="{9E6810C8-5B4F-495E-BB52-F14F97C459CC}"/>
    <dgm:cxn modelId="{2A109F3E-8127-43BB-A7B5-0B777F098207}" srcId="{B95B2194-AE25-42EC-9CD6-511A142219F1}" destId="{38DBC2A6-3FAD-43C0-A39C-00128DE58046}" srcOrd="4" destOrd="0" parTransId="{9983DEF7-138C-4788-B91C-ECDD74CF3EC4}" sibTransId="{C460FEB0-0964-4522-B1A4-49CF46B2833A}"/>
    <dgm:cxn modelId="{CAB8A056-2C5D-493B-A5F5-AA8FB46F3255}" type="presOf" srcId="{03DC57F7-8824-40F8-B61A-0102639F1CEF}" destId="{52013A42-20DF-4ADE-8594-12CF5D48642F}" srcOrd="0" destOrd="0" presId="urn:microsoft.com/office/officeart/2005/8/layout/cycle1"/>
    <dgm:cxn modelId="{D4132197-B1AA-476E-8D05-1C303D8AA9B1}" type="presOf" srcId="{D7814DD3-E90E-4680-84A5-CEA1095B2D02}" destId="{07B2A788-B5CC-4B56-A1B6-EEA2B8F91B97}" srcOrd="0" destOrd="0" presId="urn:microsoft.com/office/officeart/2005/8/layout/cycle1"/>
    <dgm:cxn modelId="{A77267E3-AB46-4777-8D63-CBBC175280C6}" type="presOf" srcId="{A0354AA4-1EDB-46EB-85C1-A23EE8D7F27D}" destId="{FB17D208-B2F2-4ECC-AEF9-E2D76D06D0FB}" srcOrd="0" destOrd="0" presId="urn:microsoft.com/office/officeart/2005/8/layout/cycle1"/>
    <dgm:cxn modelId="{2C9DA56B-F4F2-4801-BD87-71B7411D181B}" type="presOf" srcId="{38DBC2A6-3FAD-43C0-A39C-00128DE58046}" destId="{F1BF21EF-DB30-4A81-AE40-22CFBB5574BE}" srcOrd="0" destOrd="0" presId="urn:microsoft.com/office/officeart/2005/8/layout/cycle1"/>
    <dgm:cxn modelId="{3B65D1E2-28E3-43A5-81E1-1B776884BAD3}" type="presParOf" srcId="{9C281509-75C6-486A-9214-62DDB8DA79D1}" destId="{9B4841D9-029C-49F6-967C-FD49F062FFF5}" srcOrd="0" destOrd="0" presId="urn:microsoft.com/office/officeart/2005/8/layout/cycle1"/>
    <dgm:cxn modelId="{749DF056-5E58-4148-AD07-44472B45C868}" type="presParOf" srcId="{9C281509-75C6-486A-9214-62DDB8DA79D1}" destId="{C8E250ED-947B-4451-A3A2-7D79EDA542B2}" srcOrd="1" destOrd="0" presId="urn:microsoft.com/office/officeart/2005/8/layout/cycle1"/>
    <dgm:cxn modelId="{BBD5B71A-AE4C-482C-A8C1-4A134E68F10E}" type="presParOf" srcId="{9C281509-75C6-486A-9214-62DDB8DA79D1}" destId="{07B2A788-B5CC-4B56-A1B6-EEA2B8F91B97}" srcOrd="2" destOrd="0" presId="urn:microsoft.com/office/officeart/2005/8/layout/cycle1"/>
    <dgm:cxn modelId="{0D71AA32-7912-4D3E-B725-6CD700A47AAC}" type="presParOf" srcId="{9C281509-75C6-486A-9214-62DDB8DA79D1}" destId="{49D48189-CF17-4761-8576-94597168DF69}" srcOrd="3" destOrd="0" presId="urn:microsoft.com/office/officeart/2005/8/layout/cycle1"/>
    <dgm:cxn modelId="{F2561ADE-8923-4938-8AB5-634754823C12}" type="presParOf" srcId="{9C281509-75C6-486A-9214-62DDB8DA79D1}" destId="{543BB440-AD3F-4ACF-9D9B-E45E9EFE35B1}" srcOrd="4" destOrd="0" presId="urn:microsoft.com/office/officeart/2005/8/layout/cycle1"/>
    <dgm:cxn modelId="{E96498AA-868C-4D27-A331-DCA7A76089F1}" type="presParOf" srcId="{9C281509-75C6-486A-9214-62DDB8DA79D1}" destId="{867FC31B-239F-4A86-9F99-397A20FB26EC}" srcOrd="5" destOrd="0" presId="urn:microsoft.com/office/officeart/2005/8/layout/cycle1"/>
    <dgm:cxn modelId="{F68410C8-EEAD-44E9-9CD8-CA26CF71FB61}" type="presParOf" srcId="{9C281509-75C6-486A-9214-62DDB8DA79D1}" destId="{0838F609-942E-4A25-A3EF-743B7F33D1C2}" srcOrd="6" destOrd="0" presId="urn:microsoft.com/office/officeart/2005/8/layout/cycle1"/>
    <dgm:cxn modelId="{195D6D67-53EF-4CF1-BC6C-5E16F411D1CC}" type="presParOf" srcId="{9C281509-75C6-486A-9214-62DDB8DA79D1}" destId="{7659E64D-6E6F-40D1-BC31-859AFFCEABF0}" srcOrd="7" destOrd="0" presId="urn:microsoft.com/office/officeart/2005/8/layout/cycle1"/>
    <dgm:cxn modelId="{5EE08D77-FD82-43F6-8659-458E453836C1}" type="presParOf" srcId="{9C281509-75C6-486A-9214-62DDB8DA79D1}" destId="{52013A42-20DF-4ADE-8594-12CF5D48642F}" srcOrd="8" destOrd="0" presId="urn:microsoft.com/office/officeart/2005/8/layout/cycle1"/>
    <dgm:cxn modelId="{C0B983A6-7B4C-4B7D-AB7B-3EB6460CB27F}" type="presParOf" srcId="{9C281509-75C6-486A-9214-62DDB8DA79D1}" destId="{463D9F16-5EF9-4AC5-BDBA-9BD088D71892}" srcOrd="9" destOrd="0" presId="urn:microsoft.com/office/officeart/2005/8/layout/cycle1"/>
    <dgm:cxn modelId="{9496E57D-8DE4-4521-A9F3-8719EA1E96D0}" type="presParOf" srcId="{9C281509-75C6-486A-9214-62DDB8DA79D1}" destId="{180FF5AB-167A-44BE-A040-AC0E120B314E}" srcOrd="10" destOrd="0" presId="urn:microsoft.com/office/officeart/2005/8/layout/cycle1"/>
    <dgm:cxn modelId="{FC1AB260-B414-48B1-92FC-1205D95809F5}" type="presParOf" srcId="{9C281509-75C6-486A-9214-62DDB8DA79D1}" destId="{FB17D208-B2F2-4ECC-AEF9-E2D76D06D0FB}" srcOrd="11" destOrd="0" presId="urn:microsoft.com/office/officeart/2005/8/layout/cycle1"/>
    <dgm:cxn modelId="{E1B3812C-3B5F-49AA-BD9B-9A08C47B235A}" type="presParOf" srcId="{9C281509-75C6-486A-9214-62DDB8DA79D1}" destId="{80EFAAE4-45A2-4480-A469-BBD5A38C37DB}" srcOrd="12" destOrd="0" presId="urn:microsoft.com/office/officeart/2005/8/layout/cycle1"/>
    <dgm:cxn modelId="{CAD33616-462A-4FF7-A1BE-0F4AE6F4DE70}" type="presParOf" srcId="{9C281509-75C6-486A-9214-62DDB8DA79D1}" destId="{F1BF21EF-DB30-4A81-AE40-22CFBB5574BE}" srcOrd="13" destOrd="0" presId="urn:microsoft.com/office/officeart/2005/8/layout/cycle1"/>
    <dgm:cxn modelId="{6503D0D8-6021-4599-93FA-B1F97E668C42}" type="presParOf" srcId="{9C281509-75C6-486A-9214-62DDB8DA79D1}" destId="{730F0299-70A5-4A65-9D5C-B9D068385B5E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xmlns="" relId="rId1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6FFCE4AD-C4FA-47A5-9CE4-B541A136D02A}" type="doc">
      <dgm:prSet loTypeId="urn:microsoft.com/office/officeart/2005/8/layout/chevron2" loCatId="process" qsTypeId="urn:microsoft.com/office/officeart/2005/8/quickstyle/3d2" qsCatId="3D" csTypeId="urn:microsoft.com/office/officeart/2005/8/colors/accent2_5" csCatId="accent2" phldr="1"/>
      <dgm:spPr/>
      <dgm:t>
        <a:bodyPr/>
        <a:lstStyle/>
        <a:p>
          <a:endParaRPr lang="zh-CN" altLang="en-US"/>
        </a:p>
      </dgm:t>
    </dgm:pt>
    <dgm:pt modelId="{2D0B066D-9941-4A93-AD07-EADBACCD95BB}">
      <dgm:prSet phldrT="[文本]"/>
      <dgm:spPr/>
      <dgm:t>
        <a:bodyPr/>
        <a:lstStyle/>
        <a:p>
          <a:r>
            <a:rPr lang="en-US" altLang="zh-CN" dirty="0" smtClean="0"/>
            <a:t>1</a:t>
          </a:r>
          <a:endParaRPr lang="zh-CN" altLang="en-US" dirty="0"/>
        </a:p>
      </dgm:t>
    </dgm:pt>
    <dgm:pt modelId="{E56C62DD-CA3E-49A1-8167-7B8E7267BB66}" type="parTrans" cxnId="{15179ECD-544F-4AA0-946B-97DC7B7A6CD5}">
      <dgm:prSet/>
      <dgm:spPr/>
      <dgm:t>
        <a:bodyPr/>
        <a:lstStyle/>
        <a:p>
          <a:endParaRPr lang="zh-CN" altLang="en-US"/>
        </a:p>
      </dgm:t>
    </dgm:pt>
    <dgm:pt modelId="{69CBD2A6-8CD4-4E4A-B2F0-3A32735AAA5A}" type="sibTrans" cxnId="{15179ECD-544F-4AA0-946B-97DC7B7A6CD5}">
      <dgm:prSet/>
      <dgm:spPr/>
      <dgm:t>
        <a:bodyPr/>
        <a:lstStyle/>
        <a:p>
          <a:endParaRPr lang="zh-CN" altLang="en-US"/>
        </a:p>
      </dgm:t>
    </dgm:pt>
    <dgm:pt modelId="{C1A57464-9A86-4DBD-BD20-43443262B0A1}">
      <dgm:prSet phldrT="[文本]" custT="1"/>
      <dgm:spPr/>
      <dgm:t>
        <a:bodyPr/>
        <a:lstStyle/>
        <a:p>
          <a:r>
            <a:rPr lang="zh-CN" altLang="en-US" sz="2400" b="1" dirty="0" smtClean="0">
              <a:latin typeface="楷体_GB2312" pitchFamily="49" charset="-122"/>
              <a:ea typeface="楷体_GB2312" pitchFamily="49" charset="-122"/>
            </a:rPr>
            <a:t>每个行业根据近三年有效因子组建多因子模型</a:t>
          </a:r>
          <a:endParaRPr lang="zh-CN" altLang="en-US" sz="2400" b="1" dirty="0">
            <a:latin typeface="楷体_GB2312" pitchFamily="49" charset="-122"/>
            <a:ea typeface="楷体_GB2312" pitchFamily="49" charset="-122"/>
          </a:endParaRPr>
        </a:p>
      </dgm:t>
    </dgm:pt>
    <dgm:pt modelId="{841FBEE9-0F90-4D43-A358-A66B9609FAD3}" type="parTrans" cxnId="{5BA14E63-798F-4B55-891C-AB92F50E458C}">
      <dgm:prSet/>
      <dgm:spPr/>
      <dgm:t>
        <a:bodyPr/>
        <a:lstStyle/>
        <a:p>
          <a:endParaRPr lang="zh-CN" altLang="en-US"/>
        </a:p>
      </dgm:t>
    </dgm:pt>
    <dgm:pt modelId="{1FEADEE9-2566-47E1-B861-2B6F6ADAFF96}" type="sibTrans" cxnId="{5BA14E63-798F-4B55-891C-AB92F50E458C}">
      <dgm:prSet/>
      <dgm:spPr/>
      <dgm:t>
        <a:bodyPr/>
        <a:lstStyle/>
        <a:p>
          <a:endParaRPr lang="zh-CN" altLang="en-US"/>
        </a:p>
      </dgm:t>
    </dgm:pt>
    <dgm:pt modelId="{62C69041-E3E1-48D2-9741-85C1C147CFA4}">
      <dgm:prSet phldrT="[文本]"/>
      <dgm:spPr/>
      <dgm:t>
        <a:bodyPr/>
        <a:lstStyle/>
        <a:p>
          <a:r>
            <a:rPr lang="en-US" altLang="zh-CN" dirty="0" smtClean="0"/>
            <a:t>2</a:t>
          </a:r>
          <a:endParaRPr lang="zh-CN" altLang="en-US" dirty="0"/>
        </a:p>
      </dgm:t>
    </dgm:pt>
    <dgm:pt modelId="{98EFC233-752A-4C7C-8653-37F1E9299DCA}" type="parTrans" cxnId="{73FF9F3D-6F8E-4CFA-9E4E-EAC1F0682DDC}">
      <dgm:prSet/>
      <dgm:spPr/>
      <dgm:t>
        <a:bodyPr/>
        <a:lstStyle/>
        <a:p>
          <a:endParaRPr lang="zh-CN" altLang="en-US"/>
        </a:p>
      </dgm:t>
    </dgm:pt>
    <dgm:pt modelId="{13421FA5-4768-4B88-A956-5C7242FA6556}" type="sibTrans" cxnId="{73FF9F3D-6F8E-4CFA-9E4E-EAC1F0682DDC}">
      <dgm:prSet/>
      <dgm:spPr/>
      <dgm:t>
        <a:bodyPr/>
        <a:lstStyle/>
        <a:p>
          <a:endParaRPr lang="zh-CN" altLang="en-US"/>
        </a:p>
      </dgm:t>
    </dgm:pt>
    <dgm:pt modelId="{0C5861EE-2E43-4051-BAC6-A5CC7C722C2B}">
      <dgm:prSet phldrT="[文本]" custT="1"/>
      <dgm:spPr/>
      <dgm:t>
        <a:bodyPr/>
        <a:lstStyle/>
        <a:p>
          <a:r>
            <a:rPr lang="zh-CN" altLang="en-US" sz="2400" b="1" dirty="0" smtClean="0">
              <a:latin typeface="楷体_GB2312" pitchFamily="49" charset="-122"/>
              <a:ea typeface="楷体_GB2312" pitchFamily="49" charset="-122"/>
            </a:rPr>
            <a:t>每行业前</a:t>
          </a:r>
          <a:r>
            <a:rPr lang="en-US" altLang="zh-CN" sz="2400" b="1" dirty="0" smtClean="0">
              <a:latin typeface="楷体_GB2312" pitchFamily="49" charset="-122"/>
              <a:ea typeface="楷体_GB2312" pitchFamily="49" charset="-122"/>
            </a:rPr>
            <a:t>20%</a:t>
          </a:r>
          <a:r>
            <a:rPr lang="zh-CN" altLang="en-US" sz="2400" b="1" dirty="0" smtClean="0">
              <a:latin typeface="楷体_GB2312" pitchFamily="49" charset="-122"/>
              <a:ea typeface="楷体_GB2312" pitchFamily="49" charset="-122"/>
            </a:rPr>
            <a:t>为超配组合，后</a:t>
          </a:r>
          <a:r>
            <a:rPr lang="en-US" altLang="zh-CN" sz="2400" b="1" dirty="0" smtClean="0">
              <a:latin typeface="楷体_GB2312" pitchFamily="49" charset="-122"/>
              <a:ea typeface="楷体_GB2312" pitchFamily="49" charset="-122"/>
            </a:rPr>
            <a:t>20%</a:t>
          </a:r>
          <a:r>
            <a:rPr lang="zh-CN" altLang="en-US" sz="2400" b="1" dirty="0" smtClean="0">
              <a:latin typeface="楷体_GB2312" pitchFamily="49" charset="-122"/>
              <a:ea typeface="楷体_GB2312" pitchFamily="49" charset="-122"/>
            </a:rPr>
            <a:t>为低配组合</a:t>
          </a:r>
          <a:endParaRPr lang="zh-CN" altLang="en-US" sz="2400" b="1" dirty="0">
            <a:latin typeface="楷体_GB2312" pitchFamily="49" charset="-122"/>
            <a:ea typeface="楷体_GB2312" pitchFamily="49" charset="-122"/>
          </a:endParaRPr>
        </a:p>
      </dgm:t>
    </dgm:pt>
    <dgm:pt modelId="{9A4D6220-DA42-40F0-A9A3-54ABD02C307C}" type="parTrans" cxnId="{461DA485-E77D-4166-A2E6-D6EA2C0BB568}">
      <dgm:prSet/>
      <dgm:spPr/>
      <dgm:t>
        <a:bodyPr/>
        <a:lstStyle/>
        <a:p>
          <a:endParaRPr lang="zh-CN" altLang="en-US"/>
        </a:p>
      </dgm:t>
    </dgm:pt>
    <dgm:pt modelId="{AD9FDBCA-6BAA-458E-BEDD-21BA3DB91C66}" type="sibTrans" cxnId="{461DA485-E77D-4166-A2E6-D6EA2C0BB568}">
      <dgm:prSet/>
      <dgm:spPr/>
      <dgm:t>
        <a:bodyPr/>
        <a:lstStyle/>
        <a:p>
          <a:endParaRPr lang="zh-CN" altLang="en-US"/>
        </a:p>
      </dgm:t>
    </dgm:pt>
    <dgm:pt modelId="{818A2090-AE05-42F4-B04B-78FBC8BF495A}">
      <dgm:prSet phldrT="[文本]"/>
      <dgm:spPr/>
      <dgm:t>
        <a:bodyPr/>
        <a:lstStyle/>
        <a:p>
          <a:r>
            <a:rPr lang="en-US" altLang="zh-CN" dirty="0" smtClean="0"/>
            <a:t>3</a:t>
          </a:r>
          <a:endParaRPr lang="zh-CN" altLang="en-US" dirty="0"/>
        </a:p>
      </dgm:t>
    </dgm:pt>
    <dgm:pt modelId="{F78FB0CD-B67F-4041-93F4-25714BF233C2}" type="parTrans" cxnId="{57F3DB64-9339-407C-BF62-4AEA9ACAA768}">
      <dgm:prSet/>
      <dgm:spPr/>
      <dgm:t>
        <a:bodyPr/>
        <a:lstStyle/>
        <a:p>
          <a:endParaRPr lang="zh-CN" altLang="en-US"/>
        </a:p>
      </dgm:t>
    </dgm:pt>
    <dgm:pt modelId="{DA46D9D5-67B4-4868-9224-F1CAAAB6F48A}" type="sibTrans" cxnId="{57F3DB64-9339-407C-BF62-4AEA9ACAA768}">
      <dgm:prSet/>
      <dgm:spPr/>
      <dgm:t>
        <a:bodyPr/>
        <a:lstStyle/>
        <a:p>
          <a:endParaRPr lang="zh-CN" altLang="en-US"/>
        </a:p>
      </dgm:t>
    </dgm:pt>
    <dgm:pt modelId="{3F37DBF1-4188-43CD-B61A-CB48EEF1AB90}">
      <dgm:prSet phldrT="[文本]" custT="1"/>
      <dgm:spPr/>
      <dgm:t>
        <a:bodyPr/>
        <a:lstStyle/>
        <a:p>
          <a:r>
            <a:rPr lang="zh-CN" altLang="en-US" sz="2400" b="1" dirty="0" smtClean="0">
              <a:latin typeface="楷体_GB2312" pitchFamily="49" charset="-122"/>
              <a:ea typeface="楷体_GB2312" pitchFamily="49" charset="-122"/>
            </a:rPr>
            <a:t>每行业超组合权重</a:t>
          </a:r>
          <a:r>
            <a:rPr lang="en-US" altLang="zh-CN" sz="2400" b="1" dirty="0" smtClean="0">
              <a:latin typeface="楷体_GB2312" pitchFamily="49" charset="-122"/>
              <a:ea typeface="楷体_GB2312" pitchFamily="49" charset="-122"/>
            </a:rPr>
            <a:t>=</a:t>
          </a:r>
          <a:r>
            <a:rPr lang="zh-CN" altLang="en-US" sz="2400" b="1" dirty="0" smtClean="0">
              <a:latin typeface="楷体_GB2312" pitchFamily="49" charset="-122"/>
              <a:ea typeface="楷体_GB2312" pitchFamily="49" charset="-122"/>
            </a:rPr>
            <a:t>行业在中证</a:t>
          </a:r>
          <a:r>
            <a:rPr lang="en-US" altLang="zh-CN" sz="2400" b="1" dirty="0" smtClean="0">
              <a:latin typeface="楷体_GB2312" pitchFamily="49" charset="-122"/>
              <a:ea typeface="楷体_GB2312" pitchFamily="49" charset="-122"/>
            </a:rPr>
            <a:t>800</a:t>
          </a:r>
          <a:r>
            <a:rPr lang="zh-CN" altLang="en-US" sz="2400" b="1" dirty="0" smtClean="0">
              <a:latin typeface="楷体_GB2312" pitchFamily="49" charset="-122"/>
              <a:ea typeface="楷体_GB2312" pitchFamily="49" charset="-122"/>
            </a:rPr>
            <a:t>的实际权重</a:t>
          </a:r>
          <a:endParaRPr lang="zh-CN" altLang="en-US" sz="2400" b="1" dirty="0">
            <a:latin typeface="楷体_GB2312" pitchFamily="49" charset="-122"/>
            <a:ea typeface="楷体_GB2312" pitchFamily="49" charset="-122"/>
          </a:endParaRPr>
        </a:p>
      </dgm:t>
    </dgm:pt>
    <dgm:pt modelId="{71596E46-73BE-4581-A4EE-B7C4A1DA839E}" type="parTrans" cxnId="{14509AEF-A428-4F6A-9ED3-3FEA57B21A1A}">
      <dgm:prSet/>
      <dgm:spPr/>
      <dgm:t>
        <a:bodyPr/>
        <a:lstStyle/>
        <a:p>
          <a:endParaRPr lang="zh-CN" altLang="en-US"/>
        </a:p>
      </dgm:t>
    </dgm:pt>
    <dgm:pt modelId="{6DEE53F3-B9D9-4571-935C-B9077F76F6FF}" type="sibTrans" cxnId="{14509AEF-A428-4F6A-9ED3-3FEA57B21A1A}">
      <dgm:prSet/>
      <dgm:spPr/>
      <dgm:t>
        <a:bodyPr/>
        <a:lstStyle/>
        <a:p>
          <a:endParaRPr lang="zh-CN" altLang="en-US"/>
        </a:p>
      </dgm:t>
    </dgm:pt>
    <dgm:pt modelId="{A845AEE2-0FEF-4FD7-B143-136AE659299B}" type="pres">
      <dgm:prSet presAssocID="{6FFCE4AD-C4FA-47A5-9CE4-B541A136D02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59884DE-5168-4AB7-B5C9-1B0A333D61CA}" type="pres">
      <dgm:prSet presAssocID="{2D0B066D-9941-4A93-AD07-EADBACCD95BB}" presName="composite" presStyleCnt="0"/>
      <dgm:spPr/>
      <dgm:t>
        <a:bodyPr/>
        <a:lstStyle/>
        <a:p>
          <a:endParaRPr lang="zh-CN" altLang="en-US"/>
        </a:p>
      </dgm:t>
    </dgm:pt>
    <dgm:pt modelId="{8FA8DA37-74F6-4BDB-98D2-7A4CB63180F3}" type="pres">
      <dgm:prSet presAssocID="{2D0B066D-9941-4A93-AD07-EADBACCD95BB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EE44383-DEA6-4DC8-BFAD-B23DF85DBF7E}" type="pres">
      <dgm:prSet presAssocID="{2D0B066D-9941-4A93-AD07-EADBACCD95BB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66AC5FF-E064-430F-9C5D-F64311AB2E62}" type="pres">
      <dgm:prSet presAssocID="{69CBD2A6-8CD4-4E4A-B2F0-3A32735AAA5A}" presName="sp" presStyleCnt="0"/>
      <dgm:spPr/>
      <dgm:t>
        <a:bodyPr/>
        <a:lstStyle/>
        <a:p>
          <a:endParaRPr lang="zh-CN" altLang="en-US"/>
        </a:p>
      </dgm:t>
    </dgm:pt>
    <dgm:pt modelId="{4D7B237C-9512-46E5-8BC0-C839F498A894}" type="pres">
      <dgm:prSet presAssocID="{62C69041-E3E1-48D2-9741-85C1C147CFA4}" presName="composite" presStyleCnt="0"/>
      <dgm:spPr/>
      <dgm:t>
        <a:bodyPr/>
        <a:lstStyle/>
        <a:p>
          <a:endParaRPr lang="zh-CN" altLang="en-US"/>
        </a:p>
      </dgm:t>
    </dgm:pt>
    <dgm:pt modelId="{26F94DA8-4009-45EE-BD23-F540D7385399}" type="pres">
      <dgm:prSet presAssocID="{62C69041-E3E1-48D2-9741-85C1C147CFA4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8FF23C6-DDAB-4EA5-BD0A-7C5CF33F5012}" type="pres">
      <dgm:prSet presAssocID="{62C69041-E3E1-48D2-9741-85C1C147CFA4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A86C33-33D0-4683-A0C9-09FC654F3C25}" type="pres">
      <dgm:prSet presAssocID="{13421FA5-4768-4B88-A956-5C7242FA6556}" presName="sp" presStyleCnt="0"/>
      <dgm:spPr/>
      <dgm:t>
        <a:bodyPr/>
        <a:lstStyle/>
        <a:p>
          <a:endParaRPr lang="zh-CN" altLang="en-US"/>
        </a:p>
      </dgm:t>
    </dgm:pt>
    <dgm:pt modelId="{3994B1DA-3906-45FB-BB54-FBA1494B56FB}" type="pres">
      <dgm:prSet presAssocID="{818A2090-AE05-42F4-B04B-78FBC8BF495A}" presName="composite" presStyleCnt="0"/>
      <dgm:spPr/>
      <dgm:t>
        <a:bodyPr/>
        <a:lstStyle/>
        <a:p>
          <a:endParaRPr lang="zh-CN" altLang="en-US"/>
        </a:p>
      </dgm:t>
    </dgm:pt>
    <dgm:pt modelId="{33AA796E-D461-4AE8-BBBB-0777F4D743D0}" type="pres">
      <dgm:prSet presAssocID="{818A2090-AE05-42F4-B04B-78FBC8BF495A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74D34BA-A9A6-4C8B-9166-D789CDFF6CF4}" type="pres">
      <dgm:prSet presAssocID="{818A2090-AE05-42F4-B04B-78FBC8BF495A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4063DD1-7E67-449E-B721-FE6EF5DB385A}" type="presOf" srcId="{818A2090-AE05-42F4-B04B-78FBC8BF495A}" destId="{33AA796E-D461-4AE8-BBBB-0777F4D743D0}" srcOrd="0" destOrd="0" presId="urn:microsoft.com/office/officeart/2005/8/layout/chevron2"/>
    <dgm:cxn modelId="{57F3DB64-9339-407C-BF62-4AEA9ACAA768}" srcId="{6FFCE4AD-C4FA-47A5-9CE4-B541A136D02A}" destId="{818A2090-AE05-42F4-B04B-78FBC8BF495A}" srcOrd="2" destOrd="0" parTransId="{F78FB0CD-B67F-4041-93F4-25714BF233C2}" sibTransId="{DA46D9D5-67B4-4868-9224-F1CAAAB6F48A}"/>
    <dgm:cxn modelId="{15179ECD-544F-4AA0-946B-97DC7B7A6CD5}" srcId="{6FFCE4AD-C4FA-47A5-9CE4-B541A136D02A}" destId="{2D0B066D-9941-4A93-AD07-EADBACCD95BB}" srcOrd="0" destOrd="0" parTransId="{E56C62DD-CA3E-49A1-8167-7B8E7267BB66}" sibTransId="{69CBD2A6-8CD4-4E4A-B2F0-3A32735AAA5A}"/>
    <dgm:cxn modelId="{73FF9F3D-6F8E-4CFA-9E4E-EAC1F0682DDC}" srcId="{6FFCE4AD-C4FA-47A5-9CE4-B541A136D02A}" destId="{62C69041-E3E1-48D2-9741-85C1C147CFA4}" srcOrd="1" destOrd="0" parTransId="{98EFC233-752A-4C7C-8653-37F1E9299DCA}" sibTransId="{13421FA5-4768-4B88-A956-5C7242FA6556}"/>
    <dgm:cxn modelId="{2A697C98-C305-4C5F-9658-C5A29B1C6102}" type="presOf" srcId="{2D0B066D-9941-4A93-AD07-EADBACCD95BB}" destId="{8FA8DA37-74F6-4BDB-98D2-7A4CB63180F3}" srcOrd="0" destOrd="0" presId="urn:microsoft.com/office/officeart/2005/8/layout/chevron2"/>
    <dgm:cxn modelId="{14509AEF-A428-4F6A-9ED3-3FEA57B21A1A}" srcId="{818A2090-AE05-42F4-B04B-78FBC8BF495A}" destId="{3F37DBF1-4188-43CD-B61A-CB48EEF1AB90}" srcOrd="0" destOrd="0" parTransId="{71596E46-73BE-4581-A4EE-B7C4A1DA839E}" sibTransId="{6DEE53F3-B9D9-4571-935C-B9077F76F6FF}"/>
    <dgm:cxn modelId="{5BA14E63-798F-4B55-891C-AB92F50E458C}" srcId="{2D0B066D-9941-4A93-AD07-EADBACCD95BB}" destId="{C1A57464-9A86-4DBD-BD20-43443262B0A1}" srcOrd="0" destOrd="0" parTransId="{841FBEE9-0F90-4D43-A358-A66B9609FAD3}" sibTransId="{1FEADEE9-2566-47E1-B861-2B6F6ADAFF96}"/>
    <dgm:cxn modelId="{F4E60B68-677F-44F4-A498-20B748F0E984}" type="presOf" srcId="{6FFCE4AD-C4FA-47A5-9CE4-B541A136D02A}" destId="{A845AEE2-0FEF-4FD7-B143-136AE659299B}" srcOrd="0" destOrd="0" presId="urn:microsoft.com/office/officeart/2005/8/layout/chevron2"/>
    <dgm:cxn modelId="{CD7D2C32-AB7C-4185-95B2-E85A946C0D95}" type="presOf" srcId="{0C5861EE-2E43-4051-BAC6-A5CC7C722C2B}" destId="{88FF23C6-DDAB-4EA5-BD0A-7C5CF33F5012}" srcOrd="0" destOrd="0" presId="urn:microsoft.com/office/officeart/2005/8/layout/chevron2"/>
    <dgm:cxn modelId="{AC9A04E2-F44F-494D-8431-8BA5F5D71B0E}" type="presOf" srcId="{62C69041-E3E1-48D2-9741-85C1C147CFA4}" destId="{26F94DA8-4009-45EE-BD23-F540D7385399}" srcOrd="0" destOrd="0" presId="urn:microsoft.com/office/officeart/2005/8/layout/chevron2"/>
    <dgm:cxn modelId="{461DA485-E77D-4166-A2E6-D6EA2C0BB568}" srcId="{62C69041-E3E1-48D2-9741-85C1C147CFA4}" destId="{0C5861EE-2E43-4051-BAC6-A5CC7C722C2B}" srcOrd="0" destOrd="0" parTransId="{9A4D6220-DA42-40F0-A9A3-54ABD02C307C}" sibTransId="{AD9FDBCA-6BAA-458E-BEDD-21BA3DB91C66}"/>
    <dgm:cxn modelId="{91AC1218-F823-4A26-8F47-6179C1BA9E9E}" type="presOf" srcId="{C1A57464-9A86-4DBD-BD20-43443262B0A1}" destId="{7EE44383-DEA6-4DC8-BFAD-B23DF85DBF7E}" srcOrd="0" destOrd="0" presId="urn:microsoft.com/office/officeart/2005/8/layout/chevron2"/>
    <dgm:cxn modelId="{F72F9D8C-6240-4D93-B785-05AB85F22838}" type="presOf" srcId="{3F37DBF1-4188-43CD-B61A-CB48EEF1AB90}" destId="{E74D34BA-A9A6-4C8B-9166-D789CDFF6CF4}" srcOrd="0" destOrd="0" presId="urn:microsoft.com/office/officeart/2005/8/layout/chevron2"/>
    <dgm:cxn modelId="{D8A5AEA8-8FDC-4413-A92B-BDD48134BC27}" type="presParOf" srcId="{A845AEE2-0FEF-4FD7-B143-136AE659299B}" destId="{959884DE-5168-4AB7-B5C9-1B0A333D61CA}" srcOrd="0" destOrd="0" presId="urn:microsoft.com/office/officeart/2005/8/layout/chevron2"/>
    <dgm:cxn modelId="{C4F1F0D0-5440-4B99-A9A3-4E7A56532BB2}" type="presParOf" srcId="{959884DE-5168-4AB7-B5C9-1B0A333D61CA}" destId="{8FA8DA37-74F6-4BDB-98D2-7A4CB63180F3}" srcOrd="0" destOrd="0" presId="urn:microsoft.com/office/officeart/2005/8/layout/chevron2"/>
    <dgm:cxn modelId="{37D79E56-DEA9-47DF-96FC-45943AFFCE6C}" type="presParOf" srcId="{959884DE-5168-4AB7-B5C9-1B0A333D61CA}" destId="{7EE44383-DEA6-4DC8-BFAD-B23DF85DBF7E}" srcOrd="1" destOrd="0" presId="urn:microsoft.com/office/officeart/2005/8/layout/chevron2"/>
    <dgm:cxn modelId="{0C6E9255-FC74-45F3-9A2A-2F9EB0909DCA}" type="presParOf" srcId="{A845AEE2-0FEF-4FD7-B143-136AE659299B}" destId="{266AC5FF-E064-430F-9C5D-F64311AB2E62}" srcOrd="1" destOrd="0" presId="urn:microsoft.com/office/officeart/2005/8/layout/chevron2"/>
    <dgm:cxn modelId="{1811415A-D5BB-4BD9-B87C-15E1B4857A6E}" type="presParOf" srcId="{A845AEE2-0FEF-4FD7-B143-136AE659299B}" destId="{4D7B237C-9512-46E5-8BC0-C839F498A894}" srcOrd="2" destOrd="0" presId="urn:microsoft.com/office/officeart/2005/8/layout/chevron2"/>
    <dgm:cxn modelId="{9709D969-88D2-47A4-B03A-243EC20F6437}" type="presParOf" srcId="{4D7B237C-9512-46E5-8BC0-C839F498A894}" destId="{26F94DA8-4009-45EE-BD23-F540D7385399}" srcOrd="0" destOrd="0" presId="urn:microsoft.com/office/officeart/2005/8/layout/chevron2"/>
    <dgm:cxn modelId="{CE0AF5B5-A2DE-4659-88F1-3C7E2762B9C8}" type="presParOf" srcId="{4D7B237C-9512-46E5-8BC0-C839F498A894}" destId="{88FF23C6-DDAB-4EA5-BD0A-7C5CF33F5012}" srcOrd="1" destOrd="0" presId="urn:microsoft.com/office/officeart/2005/8/layout/chevron2"/>
    <dgm:cxn modelId="{78621EA9-2F25-4E78-8181-B456D225FD74}" type="presParOf" srcId="{A845AEE2-0FEF-4FD7-B143-136AE659299B}" destId="{B7A86C33-33D0-4683-A0C9-09FC654F3C25}" srcOrd="3" destOrd="0" presId="urn:microsoft.com/office/officeart/2005/8/layout/chevron2"/>
    <dgm:cxn modelId="{E67F388F-851E-4C07-8D79-911369F5F2A5}" type="presParOf" srcId="{A845AEE2-0FEF-4FD7-B143-136AE659299B}" destId="{3994B1DA-3906-45FB-BB54-FBA1494B56FB}" srcOrd="4" destOrd="0" presId="urn:microsoft.com/office/officeart/2005/8/layout/chevron2"/>
    <dgm:cxn modelId="{EDEA9308-1F10-4147-ABE6-55F3CE44CE5F}" type="presParOf" srcId="{3994B1DA-3906-45FB-BB54-FBA1494B56FB}" destId="{33AA796E-D461-4AE8-BBBB-0777F4D743D0}" srcOrd="0" destOrd="0" presId="urn:microsoft.com/office/officeart/2005/8/layout/chevron2"/>
    <dgm:cxn modelId="{F4D6885D-2EAC-40F9-BE3F-BE1CA2453A20}" type="presParOf" srcId="{3994B1DA-3906-45FB-BB54-FBA1494B56FB}" destId="{E74D34BA-A9A6-4C8B-9166-D789CDFF6CF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EA275AB-6D37-4854-826D-A9373E5FCE3C}">
      <dsp:nvSpPr>
        <dsp:cNvPr id="0" name=""/>
        <dsp:cNvSpPr/>
      </dsp:nvSpPr>
      <dsp:spPr>
        <a:xfrm>
          <a:off x="0" y="115396"/>
          <a:ext cx="6096000" cy="149395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73117" tIns="499872" rIns="47311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因子行业中性</a:t>
          </a:r>
          <a:endParaRPr lang="zh-CN" altLang="en-US" sz="2400" b="1" kern="1200" dirty="0">
            <a:latin typeface="楷体_GB2312" pitchFamily="49" charset="-122"/>
            <a:ea typeface="楷体_GB2312" pitchFamily="49" charset="-122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利用一套有效因子体系</a:t>
          </a:r>
          <a:endParaRPr lang="zh-CN" altLang="en-US" sz="24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0" y="115396"/>
        <a:ext cx="6096000" cy="1493954"/>
      </dsp:txXfrm>
    </dsp:sp>
    <dsp:sp modelId="{755051DD-91EA-4F71-ADFA-C70D444BFCA2}">
      <dsp:nvSpPr>
        <dsp:cNvPr id="0" name=""/>
        <dsp:cNvSpPr/>
      </dsp:nvSpPr>
      <dsp:spPr>
        <a:xfrm>
          <a:off x="304800" y="2526"/>
          <a:ext cx="2380329" cy="55566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全市场选股</a:t>
          </a:r>
          <a:endParaRPr lang="zh-CN" altLang="en-US" sz="24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04800" y="2526"/>
        <a:ext cx="2380329" cy="555669"/>
      </dsp:txXfrm>
    </dsp:sp>
    <dsp:sp modelId="{8D16B3C8-12E0-447D-845C-378BB668128E}">
      <dsp:nvSpPr>
        <dsp:cNvPr id="0" name=""/>
        <dsp:cNvSpPr/>
      </dsp:nvSpPr>
      <dsp:spPr>
        <a:xfrm>
          <a:off x="0" y="1793473"/>
          <a:ext cx="6096000" cy="226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73117" tIns="499872" rIns="47311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关注因子在行业的特殊性</a:t>
          </a:r>
          <a:endParaRPr lang="zh-CN" altLang="en-US" sz="2400" b="1" kern="1200" dirty="0">
            <a:latin typeface="楷体_GB2312" pitchFamily="49" charset="-122"/>
            <a:ea typeface="楷体_GB2312" pitchFamily="49" charset="-122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每个行业找出行业有效因子，并构建行业多因子模型</a:t>
          </a:r>
          <a:endParaRPr lang="zh-CN" altLang="en-US" sz="24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0" y="1793473"/>
        <a:ext cx="6096000" cy="2268000"/>
      </dsp:txXfrm>
    </dsp:sp>
    <dsp:sp modelId="{34D867B4-0CCF-49FA-AC23-4BA962D83256}">
      <dsp:nvSpPr>
        <dsp:cNvPr id="0" name=""/>
        <dsp:cNvSpPr/>
      </dsp:nvSpPr>
      <dsp:spPr>
        <a:xfrm>
          <a:off x="304800" y="1771350"/>
          <a:ext cx="2293235" cy="46492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分行业选股</a:t>
          </a:r>
          <a:endParaRPr lang="zh-CN" altLang="en-US" sz="24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04800" y="1771350"/>
        <a:ext cx="2293235" cy="464922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AA942F1-7343-464F-98D4-79E45A8F1B17}">
      <dsp:nvSpPr>
        <dsp:cNvPr id="0" name=""/>
        <dsp:cNvSpPr/>
      </dsp:nvSpPr>
      <dsp:spPr>
        <a:xfrm>
          <a:off x="1259537" y="157265"/>
          <a:ext cx="2670056" cy="927275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5978F-E952-4988-BB9D-2E89E04765B2}">
      <dsp:nvSpPr>
        <dsp:cNvPr id="0" name=""/>
        <dsp:cNvSpPr/>
      </dsp:nvSpPr>
      <dsp:spPr>
        <a:xfrm>
          <a:off x="2342821" y="2329984"/>
          <a:ext cx="517452" cy="331169"/>
        </a:xfrm>
        <a:prstGeom prst="downArrow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8F624-3FF1-43E0-8EC6-6EE4FA49DBDF}">
      <dsp:nvSpPr>
        <dsp:cNvPr id="0" name=""/>
        <dsp:cNvSpPr/>
      </dsp:nvSpPr>
      <dsp:spPr>
        <a:xfrm>
          <a:off x="0" y="2542912"/>
          <a:ext cx="2483773" cy="620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100" kern="1200" dirty="0"/>
        </a:p>
      </dsp:txBody>
      <dsp:txXfrm>
        <a:off x="0" y="2542912"/>
        <a:ext cx="2483773" cy="620943"/>
      </dsp:txXfrm>
    </dsp:sp>
    <dsp:sp modelId="{2A1BA697-661E-4A3E-BF58-7C84672936FC}">
      <dsp:nvSpPr>
        <dsp:cNvPr id="0" name=""/>
        <dsp:cNvSpPr/>
      </dsp:nvSpPr>
      <dsp:spPr>
        <a:xfrm>
          <a:off x="2017830" y="1191623"/>
          <a:ext cx="606425" cy="6064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/>
            <a:t>估值</a:t>
          </a:r>
          <a:endParaRPr lang="zh-CN" altLang="en-US" sz="1500" kern="1200" dirty="0"/>
        </a:p>
      </dsp:txBody>
      <dsp:txXfrm>
        <a:off x="2017830" y="1191623"/>
        <a:ext cx="606425" cy="606425"/>
      </dsp:txXfrm>
    </dsp:sp>
    <dsp:sp modelId="{C021194E-7E30-4DF0-B796-A76D27698675}">
      <dsp:nvSpPr>
        <dsp:cNvPr id="0" name=""/>
        <dsp:cNvSpPr/>
      </dsp:nvSpPr>
      <dsp:spPr>
        <a:xfrm>
          <a:off x="1747012" y="595813"/>
          <a:ext cx="687598" cy="609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/>
            <a:t>盈利</a:t>
          </a:r>
          <a:endParaRPr lang="zh-CN" altLang="en-US" sz="1500" kern="1200" dirty="0"/>
        </a:p>
      </dsp:txBody>
      <dsp:txXfrm>
        <a:off x="1747012" y="595813"/>
        <a:ext cx="687598" cy="609108"/>
      </dsp:txXfrm>
    </dsp:sp>
    <dsp:sp modelId="{D6421751-2713-4641-85AB-112C89617C38}">
      <dsp:nvSpPr>
        <dsp:cNvPr id="0" name=""/>
        <dsp:cNvSpPr/>
      </dsp:nvSpPr>
      <dsp:spPr>
        <a:xfrm>
          <a:off x="3101128" y="483701"/>
          <a:ext cx="658044" cy="5995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/>
            <a:t>成长</a:t>
          </a:r>
          <a:endParaRPr lang="zh-CN" altLang="en-US" sz="1500" kern="1200" dirty="0"/>
        </a:p>
      </dsp:txBody>
      <dsp:txXfrm>
        <a:off x="3101128" y="483701"/>
        <a:ext cx="658044" cy="599589"/>
      </dsp:txXfrm>
    </dsp:sp>
    <dsp:sp modelId="{8731DA07-5838-478A-A514-897B15E45D0D}">
      <dsp:nvSpPr>
        <dsp:cNvPr id="0" name=""/>
        <dsp:cNvSpPr/>
      </dsp:nvSpPr>
      <dsp:spPr>
        <a:xfrm>
          <a:off x="1151187" y="31431"/>
          <a:ext cx="2897735" cy="2318188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50C4562-C8E3-42E0-AB32-89CDE99C19D5}">
      <dsp:nvSpPr>
        <dsp:cNvPr id="0" name=""/>
        <dsp:cNvSpPr/>
      </dsp:nvSpPr>
      <dsp:spPr>
        <a:xfrm>
          <a:off x="2884816" y="1820901"/>
          <a:ext cx="1376158" cy="903397"/>
        </a:xfrm>
        <a:prstGeom prst="roundRect">
          <a:avLst>
            <a:gd name="adj" fmla="val 10000"/>
          </a:avLst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2400" kern="1200" dirty="0"/>
        </a:p>
      </dsp:txBody>
      <dsp:txXfrm>
        <a:off x="3297663" y="2046750"/>
        <a:ext cx="963310" cy="677548"/>
      </dsp:txXfrm>
    </dsp:sp>
    <dsp:sp modelId="{0977D794-111B-4F0F-95AE-52943FA4365A}">
      <dsp:nvSpPr>
        <dsp:cNvPr id="0" name=""/>
        <dsp:cNvSpPr/>
      </dsp:nvSpPr>
      <dsp:spPr>
        <a:xfrm>
          <a:off x="700907" y="1838991"/>
          <a:ext cx="1338766" cy="867217"/>
        </a:xfrm>
        <a:prstGeom prst="roundRect">
          <a:avLst>
            <a:gd name="adj" fmla="val 10000"/>
          </a:avLst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2400" kern="1200" dirty="0"/>
        </a:p>
      </dsp:txBody>
      <dsp:txXfrm>
        <a:off x="700907" y="2055795"/>
        <a:ext cx="937136" cy="650412"/>
      </dsp:txXfrm>
    </dsp:sp>
    <dsp:sp modelId="{89E88204-2F50-4D14-BC84-D1EDCAB8D289}">
      <dsp:nvSpPr>
        <dsp:cNvPr id="0" name=""/>
        <dsp:cNvSpPr/>
      </dsp:nvSpPr>
      <dsp:spPr>
        <a:xfrm>
          <a:off x="2885204" y="-3845"/>
          <a:ext cx="1374123" cy="867217"/>
        </a:xfrm>
        <a:prstGeom prst="roundRect">
          <a:avLst>
            <a:gd name="adj" fmla="val 10000"/>
          </a:avLst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1" indent="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2400" kern="1200" dirty="0"/>
        </a:p>
      </dsp:txBody>
      <dsp:txXfrm>
        <a:off x="3297441" y="-3845"/>
        <a:ext cx="961886" cy="650412"/>
      </dsp:txXfrm>
    </dsp:sp>
    <dsp:sp modelId="{526B85DA-A3A2-41ED-B29C-4FD7228C00E9}">
      <dsp:nvSpPr>
        <dsp:cNvPr id="0" name=""/>
        <dsp:cNvSpPr/>
      </dsp:nvSpPr>
      <dsp:spPr>
        <a:xfrm>
          <a:off x="700907" y="-3845"/>
          <a:ext cx="1338766" cy="867217"/>
        </a:xfrm>
        <a:prstGeom prst="roundRect">
          <a:avLst>
            <a:gd name="adj" fmla="val 10000"/>
          </a:avLst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2400" kern="1200" dirty="0"/>
        </a:p>
      </dsp:txBody>
      <dsp:txXfrm>
        <a:off x="700907" y="-3845"/>
        <a:ext cx="937136" cy="650412"/>
      </dsp:txXfrm>
    </dsp:sp>
    <dsp:sp modelId="{B93E553A-1247-4D9D-9EF4-40E0A713E9EC}">
      <dsp:nvSpPr>
        <dsp:cNvPr id="0" name=""/>
        <dsp:cNvSpPr/>
      </dsp:nvSpPr>
      <dsp:spPr>
        <a:xfrm>
          <a:off x="1271236" y="159673"/>
          <a:ext cx="1173453" cy="1173453"/>
        </a:xfrm>
        <a:prstGeom prst="pieWedge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>
              <a:solidFill>
                <a:schemeClr val="bg1"/>
              </a:solidFill>
            </a:rPr>
            <a:t>农林牧渔</a:t>
          </a:r>
          <a:endParaRPr lang="zh-CN" altLang="en-US" sz="1500" kern="1200" dirty="0">
            <a:solidFill>
              <a:schemeClr val="bg1"/>
            </a:solidFill>
          </a:endParaRPr>
        </a:p>
      </dsp:txBody>
      <dsp:txXfrm>
        <a:off x="1271236" y="159673"/>
        <a:ext cx="1173453" cy="1173453"/>
      </dsp:txXfrm>
    </dsp:sp>
    <dsp:sp modelId="{6118BF4B-D788-465B-A291-BC21942D320E}">
      <dsp:nvSpPr>
        <dsp:cNvPr id="0" name=""/>
        <dsp:cNvSpPr/>
      </dsp:nvSpPr>
      <dsp:spPr>
        <a:xfrm rot="5400000">
          <a:off x="2498891" y="159673"/>
          <a:ext cx="1173453" cy="1173453"/>
        </a:xfrm>
        <a:prstGeom prst="pieWedge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>
              <a:solidFill>
                <a:schemeClr val="bg1"/>
              </a:solidFill>
            </a:rPr>
            <a:t>建筑建材</a:t>
          </a:r>
          <a:endParaRPr lang="zh-CN" altLang="en-US" sz="1500" kern="1200" dirty="0">
            <a:solidFill>
              <a:schemeClr val="bg1"/>
            </a:solidFill>
          </a:endParaRPr>
        </a:p>
      </dsp:txBody>
      <dsp:txXfrm rot="5400000">
        <a:off x="2498891" y="159673"/>
        <a:ext cx="1173453" cy="1173453"/>
      </dsp:txXfrm>
    </dsp:sp>
    <dsp:sp modelId="{B1298874-818A-413C-9D1D-8177CC647DCB}">
      <dsp:nvSpPr>
        <dsp:cNvPr id="0" name=""/>
        <dsp:cNvSpPr/>
      </dsp:nvSpPr>
      <dsp:spPr>
        <a:xfrm rot="10800000">
          <a:off x="2498891" y="1387327"/>
          <a:ext cx="1173453" cy="1173453"/>
        </a:xfrm>
        <a:prstGeom prst="pieWedge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>
              <a:solidFill>
                <a:schemeClr val="bg1"/>
              </a:solidFill>
            </a:rPr>
            <a:t>房地产等。。</a:t>
          </a:r>
          <a:endParaRPr lang="zh-CN" altLang="en-US" sz="1500" kern="1200" dirty="0">
            <a:solidFill>
              <a:schemeClr val="bg1"/>
            </a:solidFill>
          </a:endParaRPr>
        </a:p>
      </dsp:txBody>
      <dsp:txXfrm rot="10800000">
        <a:off x="2498891" y="1387327"/>
        <a:ext cx="1173453" cy="1173453"/>
      </dsp:txXfrm>
    </dsp:sp>
    <dsp:sp modelId="{F381E0A2-38D8-41A2-A9E0-290867D6086F}">
      <dsp:nvSpPr>
        <dsp:cNvPr id="0" name=""/>
        <dsp:cNvSpPr/>
      </dsp:nvSpPr>
      <dsp:spPr>
        <a:xfrm rot="16200000">
          <a:off x="1271236" y="1387327"/>
          <a:ext cx="1173453" cy="1173453"/>
        </a:xfrm>
        <a:prstGeom prst="pieWedge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>
              <a:solidFill>
                <a:schemeClr val="bg1"/>
              </a:solidFill>
            </a:rPr>
            <a:t>金融</a:t>
          </a:r>
          <a:endParaRPr lang="zh-CN" altLang="en-US" sz="1500" kern="1200" dirty="0">
            <a:solidFill>
              <a:schemeClr val="bg1"/>
            </a:solidFill>
          </a:endParaRPr>
        </a:p>
      </dsp:txBody>
      <dsp:txXfrm rot="16200000">
        <a:off x="1271236" y="1387327"/>
        <a:ext cx="1173453" cy="1173453"/>
      </dsp:txXfrm>
    </dsp:sp>
    <dsp:sp modelId="{9E4C2D20-D4D2-492A-B1C2-59D3B51C3800}">
      <dsp:nvSpPr>
        <dsp:cNvPr id="0" name=""/>
        <dsp:cNvSpPr/>
      </dsp:nvSpPr>
      <dsp:spPr>
        <a:xfrm>
          <a:off x="3703909" y="1199651"/>
          <a:ext cx="650546" cy="574179"/>
        </a:xfrm>
        <a:prstGeom prst="circularArrow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DE427-C38B-4938-A04D-5F3CE53A552D}">
      <dsp:nvSpPr>
        <dsp:cNvPr id="0" name=""/>
        <dsp:cNvSpPr/>
      </dsp:nvSpPr>
      <dsp:spPr>
        <a:xfrm rot="10800000">
          <a:off x="4589278" y="-346231"/>
          <a:ext cx="650546" cy="692462"/>
        </a:xfrm>
        <a:prstGeom prst="circularArrow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9393D0D-4DCE-4081-9A40-D20DA31BAC23}">
      <dsp:nvSpPr>
        <dsp:cNvPr id="0" name=""/>
        <dsp:cNvSpPr/>
      </dsp:nvSpPr>
      <dsp:spPr>
        <a:xfrm rot="5400000">
          <a:off x="4712492" y="-3359058"/>
          <a:ext cx="374573" cy="7187752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销售净利率、毛利率、</a:t>
          </a:r>
          <a:r>
            <a:rPr lang="en-US" altLang="zh-CN" sz="1800" kern="1200" dirty="0" smtClean="0"/>
            <a:t>ROE</a:t>
          </a:r>
          <a:r>
            <a:rPr lang="zh-CN" altLang="en-US" sz="1800" kern="1200" dirty="0" smtClean="0"/>
            <a:t>、</a:t>
          </a:r>
          <a:r>
            <a:rPr lang="en-US" altLang="zh-CN" sz="1800" kern="1200" dirty="0" smtClean="0"/>
            <a:t>ROA</a:t>
          </a:r>
          <a:endParaRPr lang="zh-CN" altLang="en-US" sz="1800" kern="1200" dirty="0"/>
        </a:p>
      </dsp:txBody>
      <dsp:txXfrm rot="5400000">
        <a:off x="4712492" y="-3359058"/>
        <a:ext cx="374573" cy="7187752"/>
      </dsp:txXfrm>
    </dsp:sp>
    <dsp:sp modelId="{756A8C86-097F-4AF4-98BD-75E22F63114D}">
      <dsp:nvSpPr>
        <dsp:cNvPr id="0" name=""/>
        <dsp:cNvSpPr/>
      </dsp:nvSpPr>
      <dsp:spPr>
        <a:xfrm>
          <a:off x="133685" y="709"/>
          <a:ext cx="1172203" cy="46821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 smtClean="0"/>
            <a:t>盈利</a:t>
          </a:r>
          <a:endParaRPr lang="zh-CN" altLang="en-US" sz="2200" kern="1200" dirty="0"/>
        </a:p>
      </dsp:txBody>
      <dsp:txXfrm>
        <a:off x="133685" y="709"/>
        <a:ext cx="1172203" cy="468217"/>
      </dsp:txXfrm>
    </dsp:sp>
    <dsp:sp modelId="{98AD6242-2D8B-426B-A96D-991027338934}">
      <dsp:nvSpPr>
        <dsp:cNvPr id="0" name=""/>
        <dsp:cNvSpPr/>
      </dsp:nvSpPr>
      <dsp:spPr>
        <a:xfrm rot="5400000">
          <a:off x="4702157" y="-2862449"/>
          <a:ext cx="374573" cy="7177791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股东权益增长、</a:t>
          </a:r>
          <a:r>
            <a:rPr lang="en-US" altLang="zh-CN" sz="1800" kern="1200" dirty="0" smtClean="0"/>
            <a:t>EPS</a:t>
          </a:r>
          <a:r>
            <a:rPr lang="zh-CN" altLang="en-US" sz="1800" kern="1200" dirty="0" smtClean="0"/>
            <a:t>增长、总资产增长、净利润增长等。。。</a:t>
          </a:r>
          <a:endParaRPr lang="zh-CN" altLang="en-US" sz="1800" kern="1200" dirty="0"/>
        </a:p>
      </dsp:txBody>
      <dsp:txXfrm rot="5400000">
        <a:off x="4702157" y="-2862449"/>
        <a:ext cx="374573" cy="7177791"/>
      </dsp:txXfrm>
    </dsp:sp>
    <dsp:sp modelId="{F0FE0DEF-4CB6-4B3C-B64A-F80D00AA1524}">
      <dsp:nvSpPr>
        <dsp:cNvPr id="0" name=""/>
        <dsp:cNvSpPr/>
      </dsp:nvSpPr>
      <dsp:spPr>
        <a:xfrm>
          <a:off x="119213" y="492337"/>
          <a:ext cx="1181335" cy="468217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 smtClean="0"/>
            <a:t>成长</a:t>
          </a:r>
          <a:endParaRPr lang="zh-CN" altLang="en-US" sz="2200" kern="1200" dirty="0"/>
        </a:p>
      </dsp:txBody>
      <dsp:txXfrm>
        <a:off x="119213" y="492337"/>
        <a:ext cx="1181335" cy="468217"/>
      </dsp:txXfrm>
    </dsp:sp>
    <dsp:sp modelId="{332124E9-FBC4-461B-9AE7-4E52A6BDB512}">
      <dsp:nvSpPr>
        <dsp:cNvPr id="0" name=""/>
        <dsp:cNvSpPr/>
      </dsp:nvSpPr>
      <dsp:spPr>
        <a:xfrm rot="5400000">
          <a:off x="4687220" y="-2355853"/>
          <a:ext cx="374573" cy="7147855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资产负债率、流通市值</a:t>
          </a:r>
          <a:r>
            <a:rPr lang="en-US" altLang="zh-CN" sz="1800" kern="1200" dirty="0" smtClean="0"/>
            <a:t>/</a:t>
          </a:r>
          <a:r>
            <a:rPr lang="zh-CN" altLang="en-US" sz="1800" kern="1200" dirty="0" smtClean="0"/>
            <a:t>总市值、流通股本</a:t>
          </a:r>
          <a:r>
            <a:rPr lang="en-US" altLang="zh-CN" sz="1800" kern="1200" dirty="0" smtClean="0"/>
            <a:t>/</a:t>
          </a:r>
          <a:r>
            <a:rPr lang="zh-CN" altLang="en-US" sz="1800" kern="1200" dirty="0" smtClean="0"/>
            <a:t>总股本</a:t>
          </a:r>
          <a:endParaRPr lang="zh-CN" altLang="en-US" sz="1800" kern="1200" dirty="0"/>
        </a:p>
      </dsp:txBody>
      <dsp:txXfrm rot="5400000">
        <a:off x="4687220" y="-2355853"/>
        <a:ext cx="374573" cy="7147855"/>
      </dsp:txXfrm>
    </dsp:sp>
    <dsp:sp modelId="{A0559787-0D9F-42E3-B374-E200F3F7607D}">
      <dsp:nvSpPr>
        <dsp:cNvPr id="0" name=""/>
        <dsp:cNvSpPr/>
      </dsp:nvSpPr>
      <dsp:spPr>
        <a:xfrm>
          <a:off x="119213" y="983965"/>
          <a:ext cx="1181366" cy="468217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 smtClean="0"/>
            <a:t>杠杆</a:t>
          </a:r>
          <a:endParaRPr lang="zh-CN" altLang="en-US" sz="2200" kern="1200" dirty="0"/>
        </a:p>
      </dsp:txBody>
      <dsp:txXfrm>
        <a:off x="119213" y="983965"/>
        <a:ext cx="1181366" cy="468217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9393D0D-4DCE-4081-9A40-D20DA31BAC23}">
      <dsp:nvSpPr>
        <dsp:cNvPr id="0" name=""/>
        <dsp:cNvSpPr/>
      </dsp:nvSpPr>
      <dsp:spPr>
        <a:xfrm rot="5400000">
          <a:off x="4698005" y="-3359058"/>
          <a:ext cx="374573" cy="7187752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换手率、近</a:t>
          </a:r>
          <a:r>
            <a:rPr lang="en-US" altLang="zh-CN" sz="1800" kern="1200" dirty="0" smtClean="0"/>
            <a:t>3</a:t>
          </a:r>
          <a:r>
            <a:rPr lang="zh-CN" altLang="en-US" sz="1800" kern="1200" dirty="0" smtClean="0"/>
            <a:t>月成交量、一个月成交金额</a:t>
          </a:r>
          <a:endParaRPr lang="zh-CN" altLang="en-US" sz="1800" kern="1200" dirty="0"/>
        </a:p>
      </dsp:txBody>
      <dsp:txXfrm rot="5400000">
        <a:off x="4698005" y="-3359058"/>
        <a:ext cx="374573" cy="7187752"/>
      </dsp:txXfrm>
    </dsp:sp>
    <dsp:sp modelId="{756A8C86-097F-4AF4-98BD-75E22F63114D}">
      <dsp:nvSpPr>
        <dsp:cNvPr id="0" name=""/>
        <dsp:cNvSpPr/>
      </dsp:nvSpPr>
      <dsp:spPr>
        <a:xfrm>
          <a:off x="119213" y="709"/>
          <a:ext cx="1172203" cy="468217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 smtClean="0"/>
            <a:t>流动</a:t>
          </a:r>
          <a:endParaRPr lang="zh-CN" altLang="en-US" sz="2200" kern="1200" dirty="0"/>
        </a:p>
      </dsp:txBody>
      <dsp:txXfrm>
        <a:off x="119213" y="709"/>
        <a:ext cx="1172203" cy="468217"/>
      </dsp:txXfrm>
    </dsp:sp>
    <dsp:sp modelId="{98AD6242-2D8B-426B-A96D-991027338934}">
      <dsp:nvSpPr>
        <dsp:cNvPr id="0" name=""/>
        <dsp:cNvSpPr/>
      </dsp:nvSpPr>
      <dsp:spPr>
        <a:xfrm rot="5400000">
          <a:off x="4702157" y="-2862449"/>
          <a:ext cx="374573" cy="7177791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800" kern="1200" dirty="0" smtClean="0"/>
            <a:t>1</a:t>
          </a:r>
          <a:r>
            <a:rPr lang="zh-CN" altLang="en-US" sz="1800" kern="1200" dirty="0" smtClean="0"/>
            <a:t>个月股价反转、</a:t>
          </a:r>
          <a:r>
            <a:rPr lang="en-US" altLang="zh-CN" sz="1800" kern="1200" dirty="0" smtClean="0"/>
            <a:t>3</a:t>
          </a:r>
          <a:r>
            <a:rPr lang="zh-CN" altLang="en-US" sz="1800" kern="1200" dirty="0" smtClean="0"/>
            <a:t>个月股价动量、</a:t>
          </a:r>
          <a:r>
            <a:rPr lang="en-US" altLang="zh-CN" sz="1800" kern="1200" dirty="0" smtClean="0"/>
            <a:t>6</a:t>
          </a:r>
          <a:r>
            <a:rPr lang="zh-CN" altLang="en-US" sz="1800" kern="1200" dirty="0" smtClean="0"/>
            <a:t>个月股价动量</a:t>
          </a:r>
          <a:endParaRPr lang="zh-CN" altLang="en-US" sz="1800" kern="1200" dirty="0"/>
        </a:p>
      </dsp:txBody>
      <dsp:txXfrm rot="5400000">
        <a:off x="4702157" y="-2862449"/>
        <a:ext cx="374573" cy="7177791"/>
      </dsp:txXfrm>
    </dsp:sp>
    <dsp:sp modelId="{F0FE0DEF-4CB6-4B3C-B64A-F80D00AA1524}">
      <dsp:nvSpPr>
        <dsp:cNvPr id="0" name=""/>
        <dsp:cNvSpPr/>
      </dsp:nvSpPr>
      <dsp:spPr>
        <a:xfrm>
          <a:off x="119213" y="492337"/>
          <a:ext cx="1181335" cy="468217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 smtClean="0"/>
            <a:t>技术</a:t>
          </a:r>
          <a:endParaRPr lang="zh-CN" altLang="en-US" sz="2200" kern="1200" dirty="0"/>
        </a:p>
      </dsp:txBody>
      <dsp:txXfrm>
        <a:off x="119213" y="492337"/>
        <a:ext cx="1181335" cy="468217"/>
      </dsp:txXfrm>
    </dsp:sp>
    <dsp:sp modelId="{332124E9-FBC4-461B-9AE7-4E52A6BDB512}">
      <dsp:nvSpPr>
        <dsp:cNvPr id="0" name=""/>
        <dsp:cNvSpPr/>
      </dsp:nvSpPr>
      <dsp:spPr>
        <a:xfrm rot="5400000">
          <a:off x="4687220" y="-2355853"/>
          <a:ext cx="374573" cy="7147855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流通市值、总资产</a:t>
          </a:r>
          <a:endParaRPr lang="zh-CN" altLang="en-US" sz="1800" kern="1200" dirty="0"/>
        </a:p>
      </dsp:txBody>
      <dsp:txXfrm rot="5400000">
        <a:off x="4687220" y="-2355853"/>
        <a:ext cx="374573" cy="7147855"/>
      </dsp:txXfrm>
    </dsp:sp>
    <dsp:sp modelId="{A0559787-0D9F-42E3-B374-E200F3F7607D}">
      <dsp:nvSpPr>
        <dsp:cNvPr id="0" name=""/>
        <dsp:cNvSpPr/>
      </dsp:nvSpPr>
      <dsp:spPr>
        <a:xfrm>
          <a:off x="119213" y="983965"/>
          <a:ext cx="1181366" cy="468217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 smtClean="0"/>
            <a:t>规模</a:t>
          </a:r>
          <a:endParaRPr lang="zh-CN" altLang="en-US" sz="2200" kern="1200" dirty="0"/>
        </a:p>
      </dsp:txBody>
      <dsp:txXfrm>
        <a:off x="119213" y="983965"/>
        <a:ext cx="1181366" cy="468217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9393D0D-4DCE-4081-9A40-D20DA31BAC23}">
      <dsp:nvSpPr>
        <dsp:cNvPr id="0" name=""/>
        <dsp:cNvSpPr/>
      </dsp:nvSpPr>
      <dsp:spPr>
        <a:xfrm rot="5400000">
          <a:off x="4711464" y="-3376579"/>
          <a:ext cx="347656" cy="7187752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800" kern="1200" dirty="0" smtClean="0"/>
            <a:t>CFP</a:t>
          </a:r>
          <a:r>
            <a:rPr lang="zh-CN" altLang="en-US" sz="1800" kern="1200" dirty="0" smtClean="0"/>
            <a:t>、</a:t>
          </a:r>
          <a:r>
            <a:rPr lang="en-US" altLang="zh-CN" sz="1800" kern="1200" dirty="0" smtClean="0"/>
            <a:t>EP</a:t>
          </a:r>
          <a:r>
            <a:rPr lang="zh-CN" altLang="en-US" sz="1800" kern="1200" dirty="0" smtClean="0"/>
            <a:t>、</a:t>
          </a:r>
          <a:r>
            <a:rPr lang="en-US" altLang="zh-CN" sz="1800" kern="1200" dirty="0" smtClean="0"/>
            <a:t>BP</a:t>
          </a:r>
          <a:r>
            <a:rPr lang="zh-CN" altLang="en-US" sz="1800" kern="1200" dirty="0" smtClean="0"/>
            <a:t>、</a:t>
          </a:r>
          <a:r>
            <a:rPr lang="en-US" altLang="zh-CN" sz="1800" kern="1200" dirty="0" smtClean="0"/>
            <a:t>SP</a:t>
          </a:r>
          <a:r>
            <a:rPr lang="zh-CN" altLang="en-US" sz="1800" kern="1200" dirty="0" smtClean="0"/>
            <a:t>、每股派息</a:t>
          </a:r>
          <a:r>
            <a:rPr lang="en-US" altLang="zh-CN" sz="1800" kern="1200" dirty="0" smtClean="0"/>
            <a:t>/</a:t>
          </a:r>
          <a:r>
            <a:rPr lang="zh-CN" altLang="en-US" sz="1800" kern="1200" dirty="0" smtClean="0"/>
            <a:t>股价</a:t>
          </a:r>
          <a:endParaRPr lang="zh-CN" altLang="en-US" sz="1800" kern="1200" dirty="0"/>
        </a:p>
      </dsp:txBody>
      <dsp:txXfrm rot="5400000">
        <a:off x="4711464" y="-3376579"/>
        <a:ext cx="347656" cy="7187752"/>
      </dsp:txXfrm>
    </dsp:sp>
    <dsp:sp modelId="{756A8C86-097F-4AF4-98BD-75E22F63114D}">
      <dsp:nvSpPr>
        <dsp:cNvPr id="0" name=""/>
        <dsp:cNvSpPr/>
      </dsp:nvSpPr>
      <dsp:spPr>
        <a:xfrm>
          <a:off x="119213" y="10"/>
          <a:ext cx="1172203" cy="43457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估值</a:t>
          </a:r>
          <a:endParaRPr lang="zh-CN" altLang="en-US" sz="2100" kern="1200" dirty="0"/>
        </a:p>
      </dsp:txBody>
      <dsp:txXfrm>
        <a:off x="119213" y="10"/>
        <a:ext cx="1172203" cy="434570"/>
      </dsp:txXfrm>
    </dsp:sp>
    <dsp:sp modelId="{98AD6242-2D8B-426B-A96D-991027338934}">
      <dsp:nvSpPr>
        <dsp:cNvPr id="0" name=""/>
        <dsp:cNvSpPr/>
      </dsp:nvSpPr>
      <dsp:spPr>
        <a:xfrm rot="5400000">
          <a:off x="4715615" y="-2915300"/>
          <a:ext cx="347656" cy="7177791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存货周转率、流动负债比、营业费用占比、财务费用占比等。。</a:t>
          </a:r>
          <a:endParaRPr lang="zh-CN" altLang="en-US" sz="1800" kern="1200" dirty="0"/>
        </a:p>
      </dsp:txBody>
      <dsp:txXfrm rot="5400000">
        <a:off x="4715615" y="-2915300"/>
        <a:ext cx="347656" cy="7177791"/>
      </dsp:txXfrm>
    </dsp:sp>
    <dsp:sp modelId="{F0FE0DEF-4CB6-4B3C-B64A-F80D00AA1524}">
      <dsp:nvSpPr>
        <dsp:cNvPr id="0" name=""/>
        <dsp:cNvSpPr/>
      </dsp:nvSpPr>
      <dsp:spPr>
        <a:xfrm>
          <a:off x="119213" y="456310"/>
          <a:ext cx="1181335" cy="43457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质量</a:t>
          </a:r>
          <a:endParaRPr lang="zh-CN" altLang="en-US" sz="2100" kern="1200" dirty="0"/>
        </a:p>
      </dsp:txBody>
      <dsp:txXfrm>
        <a:off x="119213" y="456310"/>
        <a:ext cx="1181335" cy="434570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188915"/>
          <a:ext cx="8694058" cy="137308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756" tIns="1353820" rIns="67475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2000" kern="1200" dirty="0"/>
        </a:p>
      </dsp:txBody>
      <dsp:txXfrm>
        <a:off x="0" y="188915"/>
        <a:ext cx="8694058" cy="1373086"/>
      </dsp:txXfrm>
    </dsp:sp>
    <dsp:sp modelId="{E15EE69B-9568-4F48-9D21-3417A6EB2DC4}">
      <dsp:nvSpPr>
        <dsp:cNvPr id="0" name=""/>
        <dsp:cNvSpPr/>
      </dsp:nvSpPr>
      <dsp:spPr>
        <a:xfrm>
          <a:off x="3234850" y="56681"/>
          <a:ext cx="2112821" cy="3871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030" tIns="0" rIns="23003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宋体" pitchFamily="2" charset="-122"/>
              <a:ea typeface="宋体" pitchFamily="2" charset="-122"/>
            </a:rPr>
            <a:t>     准则</a:t>
          </a:r>
          <a:endParaRPr lang="zh-CN" altLang="en-US" sz="1800" b="1" kern="1200" dirty="0">
            <a:latin typeface="宋体" pitchFamily="2" charset="-122"/>
            <a:ea typeface="宋体" pitchFamily="2" charset="-122"/>
          </a:endParaRPr>
        </a:p>
      </dsp:txBody>
      <dsp:txXfrm>
        <a:off x="3234850" y="56681"/>
        <a:ext cx="2112821" cy="387175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44A1B00-168B-4582-ADD3-2064DE93A18F}">
      <dsp:nvSpPr>
        <dsp:cNvPr id="0" name=""/>
        <dsp:cNvSpPr/>
      </dsp:nvSpPr>
      <dsp:spPr>
        <a:xfrm>
          <a:off x="0" y="0"/>
          <a:ext cx="1195513" cy="10450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4CF0559-8799-4681-8062-49802A8480C9}">
      <dsp:nvSpPr>
        <dsp:cNvPr id="0" name=""/>
        <dsp:cNvSpPr/>
      </dsp:nvSpPr>
      <dsp:spPr>
        <a:xfrm>
          <a:off x="0" y="223636"/>
          <a:ext cx="597756" cy="597756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dirty="0" smtClean="0"/>
            <a:t>农林牧渔</a:t>
          </a:r>
          <a:endParaRPr lang="zh-CN" altLang="en-US" sz="1000" kern="1200" dirty="0"/>
        </a:p>
      </dsp:txBody>
      <dsp:txXfrm>
        <a:off x="0" y="223636"/>
        <a:ext cx="597756" cy="597756"/>
      </dsp:txXfrm>
    </dsp:sp>
    <dsp:sp modelId="{2477E89F-7385-4D07-B2CE-A54A92E656ED}">
      <dsp:nvSpPr>
        <dsp:cNvPr id="0" name=""/>
        <dsp:cNvSpPr/>
      </dsp:nvSpPr>
      <dsp:spPr>
        <a:xfrm>
          <a:off x="1951959" y="0"/>
          <a:ext cx="1195513" cy="10450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5">
            <a:tint val="40000"/>
            <a:alpha val="90000"/>
            <a:hueOff val="1315204"/>
            <a:satOff val="-2698"/>
            <a:lumOff val="-169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1315204"/>
              <a:satOff val="-2698"/>
              <a:lumOff val="-169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9280BBA-6B3A-41CA-A376-6ADC279166F0}">
      <dsp:nvSpPr>
        <dsp:cNvPr id="0" name=""/>
        <dsp:cNvSpPr/>
      </dsp:nvSpPr>
      <dsp:spPr>
        <a:xfrm>
          <a:off x="1610126" y="279950"/>
          <a:ext cx="597756" cy="597756"/>
        </a:xfrm>
        <a:prstGeom prst="ellipse">
          <a:avLst/>
        </a:prstGeom>
        <a:gradFill rotWithShape="0">
          <a:gsLst>
            <a:gs pos="0">
              <a:schemeClr val="accent5">
                <a:hueOff val="1285709"/>
                <a:satOff val="2937"/>
                <a:lumOff val="-8137"/>
                <a:alphaOff val="0"/>
                <a:shade val="51000"/>
                <a:satMod val="130000"/>
              </a:schemeClr>
            </a:gs>
            <a:gs pos="80000">
              <a:schemeClr val="accent5">
                <a:hueOff val="1285709"/>
                <a:satOff val="2937"/>
                <a:lumOff val="-8137"/>
                <a:alphaOff val="0"/>
                <a:shade val="93000"/>
                <a:satMod val="130000"/>
              </a:schemeClr>
            </a:gs>
            <a:gs pos="100000">
              <a:schemeClr val="accent5">
                <a:hueOff val="1285709"/>
                <a:satOff val="2937"/>
                <a:lumOff val="-81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dirty="0" smtClean="0"/>
            <a:t>采掘</a:t>
          </a:r>
          <a:endParaRPr lang="zh-CN" altLang="en-US" sz="1000" kern="1200" dirty="0"/>
        </a:p>
      </dsp:txBody>
      <dsp:txXfrm>
        <a:off x="1610126" y="279950"/>
        <a:ext cx="597756" cy="597756"/>
      </dsp:txXfrm>
    </dsp:sp>
    <dsp:sp modelId="{019D8BC8-3D18-41FE-A56B-2FB59FCF8328}">
      <dsp:nvSpPr>
        <dsp:cNvPr id="0" name=""/>
        <dsp:cNvSpPr/>
      </dsp:nvSpPr>
      <dsp:spPr>
        <a:xfrm>
          <a:off x="3660384" y="0"/>
          <a:ext cx="1195513" cy="10450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5">
            <a:tint val="40000"/>
            <a:alpha val="90000"/>
            <a:hueOff val="2630408"/>
            <a:satOff val="-5396"/>
            <a:lumOff val="-3394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2630408"/>
              <a:satOff val="-5396"/>
              <a:lumOff val="-339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0FC1CB8-31AB-4A1D-82F0-851E3B460FAE}">
      <dsp:nvSpPr>
        <dsp:cNvPr id="0" name=""/>
        <dsp:cNvSpPr/>
      </dsp:nvSpPr>
      <dsp:spPr>
        <a:xfrm>
          <a:off x="3356867" y="238149"/>
          <a:ext cx="597756" cy="597756"/>
        </a:xfrm>
        <a:prstGeom prst="ellipse">
          <a:avLst/>
        </a:prstGeom>
        <a:gradFill rotWithShape="0">
          <a:gsLst>
            <a:gs pos="0">
              <a:schemeClr val="accent5">
                <a:hueOff val="2571418"/>
                <a:satOff val="5874"/>
                <a:lumOff val="-16274"/>
                <a:alphaOff val="0"/>
                <a:shade val="51000"/>
                <a:satMod val="130000"/>
              </a:schemeClr>
            </a:gs>
            <a:gs pos="80000">
              <a:schemeClr val="accent5">
                <a:hueOff val="2571418"/>
                <a:satOff val="5874"/>
                <a:lumOff val="-16274"/>
                <a:alphaOff val="0"/>
                <a:shade val="93000"/>
                <a:satMod val="130000"/>
              </a:schemeClr>
            </a:gs>
            <a:gs pos="100000">
              <a:schemeClr val="accent5">
                <a:hueOff val="2571418"/>
                <a:satOff val="5874"/>
                <a:lumOff val="-1627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dirty="0" smtClean="0"/>
            <a:t>。。。</a:t>
          </a:r>
          <a:endParaRPr lang="zh-CN" altLang="en-US" sz="1000" kern="1200" dirty="0"/>
        </a:p>
      </dsp:txBody>
      <dsp:txXfrm>
        <a:off x="3356867" y="238149"/>
        <a:ext cx="597756" cy="597756"/>
      </dsp:txXfrm>
    </dsp:sp>
    <dsp:sp modelId="{0E2CCA71-47F2-41CE-86D4-BB42C4CF70D8}">
      <dsp:nvSpPr>
        <dsp:cNvPr id="0" name=""/>
        <dsp:cNvSpPr/>
      </dsp:nvSpPr>
      <dsp:spPr>
        <a:xfrm>
          <a:off x="5553444" y="0"/>
          <a:ext cx="1195513" cy="10450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5">
            <a:tint val="40000"/>
            <a:alpha val="90000"/>
            <a:hueOff val="3945612"/>
            <a:satOff val="-8094"/>
            <a:lumOff val="-5092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3945612"/>
              <a:satOff val="-8094"/>
              <a:lumOff val="-509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9AB56C9-A37E-4D0B-8C9B-3B6BC80DCCE9}">
      <dsp:nvSpPr>
        <dsp:cNvPr id="0" name=""/>
        <dsp:cNvSpPr/>
      </dsp:nvSpPr>
      <dsp:spPr>
        <a:xfrm>
          <a:off x="5237141" y="207377"/>
          <a:ext cx="597756" cy="597756"/>
        </a:xfrm>
        <a:prstGeom prst="ellipse">
          <a:avLst/>
        </a:prstGeom>
        <a:gradFill rotWithShape="0">
          <a:gsLst>
            <a:gs pos="0">
              <a:schemeClr val="accent5">
                <a:hueOff val="3857127"/>
                <a:satOff val="8811"/>
                <a:lumOff val="-24412"/>
                <a:alphaOff val="0"/>
                <a:shade val="51000"/>
                <a:satMod val="130000"/>
              </a:schemeClr>
            </a:gs>
            <a:gs pos="80000">
              <a:schemeClr val="accent5">
                <a:hueOff val="3857127"/>
                <a:satOff val="8811"/>
                <a:lumOff val="-24412"/>
                <a:alphaOff val="0"/>
                <a:shade val="93000"/>
                <a:satMod val="130000"/>
              </a:schemeClr>
            </a:gs>
            <a:gs pos="100000">
              <a:schemeClr val="accent5">
                <a:hueOff val="3857127"/>
                <a:satOff val="8811"/>
                <a:lumOff val="-2441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dirty="0" smtClean="0"/>
            <a:t>金融</a:t>
          </a:r>
          <a:endParaRPr lang="zh-CN" altLang="en-US" sz="1000" kern="1200" dirty="0"/>
        </a:p>
      </dsp:txBody>
      <dsp:txXfrm>
        <a:off x="5237141" y="207377"/>
        <a:ext cx="597756" cy="597756"/>
      </dsp:txXfrm>
    </dsp:sp>
    <dsp:sp modelId="{BE7D8DD7-EAB4-45B9-BCE0-C30E957214B9}">
      <dsp:nvSpPr>
        <dsp:cNvPr id="0" name=""/>
        <dsp:cNvSpPr/>
      </dsp:nvSpPr>
      <dsp:spPr>
        <a:xfrm>
          <a:off x="7422343" y="0"/>
          <a:ext cx="1195513" cy="1045029"/>
        </a:xfrm>
        <a:prstGeom prst="rightArrow">
          <a:avLst>
            <a:gd name="adj1" fmla="val 70000"/>
            <a:gd name="adj2" fmla="val 50000"/>
          </a:avLst>
        </a:prstGeom>
        <a:solidFill>
          <a:schemeClr val="accent5">
            <a:tint val="40000"/>
            <a:alpha val="90000"/>
            <a:hueOff val="5260815"/>
            <a:satOff val="-10792"/>
            <a:lumOff val="-6789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5260815"/>
              <a:satOff val="-10792"/>
              <a:lumOff val="-678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3E17776-5AAF-4139-A9BB-31BDEADFD1F3}">
      <dsp:nvSpPr>
        <dsp:cNvPr id="0" name=""/>
        <dsp:cNvSpPr/>
      </dsp:nvSpPr>
      <dsp:spPr>
        <a:xfrm>
          <a:off x="7236327" y="244533"/>
          <a:ext cx="597756" cy="597756"/>
        </a:xfrm>
        <a:prstGeom prst="ellipse">
          <a:avLst/>
        </a:prstGeom>
        <a:gradFill rotWithShape="0">
          <a:gsLst>
            <a:gs pos="0">
              <a:schemeClr val="accent5">
                <a:hueOff val="5142836"/>
                <a:satOff val="11748"/>
                <a:lumOff val="-32549"/>
                <a:alphaOff val="0"/>
                <a:shade val="51000"/>
                <a:satMod val="130000"/>
              </a:schemeClr>
            </a:gs>
            <a:gs pos="80000">
              <a:schemeClr val="accent5">
                <a:hueOff val="5142836"/>
                <a:satOff val="11748"/>
                <a:lumOff val="-32549"/>
                <a:alphaOff val="0"/>
                <a:shade val="93000"/>
                <a:satMod val="130000"/>
              </a:schemeClr>
            </a:gs>
            <a:gs pos="100000">
              <a:schemeClr val="accent5">
                <a:hueOff val="5142836"/>
                <a:satOff val="11748"/>
                <a:lumOff val="-32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dirty="0" smtClean="0"/>
            <a:t>房地产</a:t>
          </a:r>
          <a:endParaRPr lang="zh-CN" altLang="en-US" sz="1000" kern="1200" dirty="0"/>
        </a:p>
      </dsp:txBody>
      <dsp:txXfrm>
        <a:off x="7236327" y="244533"/>
        <a:ext cx="597756" cy="597756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6B12FF-5FCC-4B69-99B4-F0D229AF5398}">
      <dsp:nvSpPr>
        <dsp:cNvPr id="0" name=""/>
        <dsp:cNvSpPr/>
      </dsp:nvSpPr>
      <dsp:spPr>
        <a:xfrm rot="1168265">
          <a:off x="1649972" y="2528025"/>
          <a:ext cx="1391283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1391283" y="3260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3B5F52-899A-4ED9-A79A-FB18BDADBA8E}">
      <dsp:nvSpPr>
        <dsp:cNvPr id="0" name=""/>
        <dsp:cNvSpPr/>
      </dsp:nvSpPr>
      <dsp:spPr>
        <a:xfrm rot="21179477">
          <a:off x="1684826" y="1884133"/>
          <a:ext cx="1319667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1319667" y="3260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DC0299-E3F3-49A5-9D26-7E8215288F28}">
      <dsp:nvSpPr>
        <dsp:cNvPr id="0" name=""/>
        <dsp:cNvSpPr/>
      </dsp:nvSpPr>
      <dsp:spPr>
        <a:xfrm rot="19398580">
          <a:off x="1599787" y="1260466"/>
          <a:ext cx="908216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908216" y="3260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B2ABE2-5BF3-4BB7-9337-727A6782BC0F}">
      <dsp:nvSpPr>
        <dsp:cNvPr id="0" name=""/>
        <dsp:cNvSpPr/>
      </dsp:nvSpPr>
      <dsp:spPr>
        <a:xfrm>
          <a:off x="170" y="1088910"/>
          <a:ext cx="1987748" cy="1987748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C0D3711-E479-4D1A-931D-EEDCE2345CA8}">
      <dsp:nvSpPr>
        <dsp:cNvPr id="0" name=""/>
        <dsp:cNvSpPr/>
      </dsp:nvSpPr>
      <dsp:spPr>
        <a:xfrm>
          <a:off x="2284616" y="116114"/>
          <a:ext cx="1204291" cy="111275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LS_IR &amp;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IC_IR</a:t>
          </a:r>
          <a:endParaRPr lang="zh-CN" altLang="en-US" sz="1300" kern="1200" dirty="0"/>
        </a:p>
      </dsp:txBody>
      <dsp:txXfrm>
        <a:off x="2284616" y="116114"/>
        <a:ext cx="1204291" cy="1112756"/>
      </dsp:txXfrm>
    </dsp:sp>
    <dsp:sp modelId="{D623299B-92C7-44F2-81FE-C526F48346CD}">
      <dsp:nvSpPr>
        <dsp:cNvPr id="0" name=""/>
        <dsp:cNvSpPr/>
      </dsp:nvSpPr>
      <dsp:spPr>
        <a:xfrm>
          <a:off x="3485764" y="116114"/>
          <a:ext cx="1806437" cy="1112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800" b="1" kern="1200" dirty="0" smtClean="0">
              <a:latin typeface="楷体_GB2312" pitchFamily="49" charset="-122"/>
              <a:ea typeface="楷体_GB2312" pitchFamily="49" charset="-122"/>
            </a:rPr>
            <a:t>|LS_IR| &gt;=0.8</a:t>
          </a:r>
          <a:endParaRPr lang="zh-CN" altLang="en-US" sz="1800" b="1" kern="1200" dirty="0">
            <a:latin typeface="楷体_GB2312" pitchFamily="49" charset="-122"/>
            <a:ea typeface="楷体_GB2312" pitchFamily="49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800" b="1" kern="1200" dirty="0" smtClean="0">
              <a:latin typeface="楷体_GB2312" pitchFamily="49" charset="-122"/>
              <a:ea typeface="楷体_GB2312" pitchFamily="49" charset="-122"/>
            </a:rPr>
            <a:t>|IC_IR|&gt;=0.8</a:t>
          </a:r>
          <a:endParaRPr lang="zh-CN" altLang="en-US" sz="18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485764" y="116114"/>
        <a:ext cx="1806437" cy="1112756"/>
      </dsp:txXfrm>
    </dsp:sp>
    <dsp:sp modelId="{3023CF37-74DD-4DAA-B1C6-8C8E93413BDE}">
      <dsp:nvSpPr>
        <dsp:cNvPr id="0" name=""/>
        <dsp:cNvSpPr/>
      </dsp:nvSpPr>
      <dsp:spPr>
        <a:xfrm>
          <a:off x="2995107" y="1167139"/>
          <a:ext cx="1192649" cy="119264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err="1" smtClean="0"/>
            <a:t>LS_Return</a:t>
          </a:r>
          <a:endParaRPr lang="en-US" altLang="zh-CN" sz="1300" kern="1200" dirty="0" smtClean="0"/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&amp;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IC</a:t>
          </a:r>
          <a:endParaRPr lang="zh-CN" altLang="en-US" sz="1300" kern="1200" dirty="0"/>
        </a:p>
      </dsp:txBody>
      <dsp:txXfrm>
        <a:off x="2995107" y="1167139"/>
        <a:ext cx="1192649" cy="1192649"/>
      </dsp:txXfrm>
    </dsp:sp>
    <dsp:sp modelId="{BB62D68C-7B31-4F47-A8AD-FE21EFC50304}">
      <dsp:nvSpPr>
        <dsp:cNvPr id="0" name=""/>
        <dsp:cNvSpPr/>
      </dsp:nvSpPr>
      <dsp:spPr>
        <a:xfrm>
          <a:off x="4307021" y="1167139"/>
          <a:ext cx="1788973" cy="119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800" b="1" kern="1200" dirty="0" smtClean="0">
              <a:latin typeface="楷体_GB2312" pitchFamily="49" charset="-122"/>
              <a:ea typeface="楷体_GB2312" pitchFamily="49" charset="-122"/>
            </a:rPr>
            <a:t>|</a:t>
          </a:r>
          <a:r>
            <a:rPr lang="en-US" altLang="zh-CN" sz="1800" b="1" kern="1200" dirty="0" err="1" smtClean="0">
              <a:latin typeface="楷体_GB2312" pitchFamily="49" charset="-122"/>
              <a:ea typeface="楷体_GB2312" pitchFamily="49" charset="-122"/>
            </a:rPr>
            <a:t>LS_return</a:t>
          </a:r>
          <a:r>
            <a:rPr lang="en-US" altLang="zh-CN" sz="1800" b="1" kern="1200" dirty="0" smtClean="0">
              <a:latin typeface="楷体_GB2312" pitchFamily="49" charset="-122"/>
              <a:ea typeface="楷体_GB2312" pitchFamily="49" charset="-122"/>
            </a:rPr>
            <a:t>|&gt;4%</a:t>
          </a:r>
          <a:endParaRPr lang="zh-CN" altLang="en-US" sz="1800" b="1" kern="1200" dirty="0">
            <a:latin typeface="楷体_GB2312" pitchFamily="49" charset="-122"/>
            <a:ea typeface="楷体_GB2312" pitchFamily="49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800" b="1" kern="1200" dirty="0" smtClean="0">
              <a:latin typeface="楷体_GB2312" pitchFamily="49" charset="-122"/>
              <a:ea typeface="楷体_GB2312" pitchFamily="49" charset="-122"/>
            </a:rPr>
            <a:t>|IC|&gt;4%</a:t>
          </a:r>
          <a:endParaRPr lang="zh-CN" altLang="en-US" sz="18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4307021" y="1167139"/>
        <a:ext cx="1788973" cy="1192649"/>
      </dsp:txXfrm>
    </dsp:sp>
    <dsp:sp modelId="{12C66FDE-480E-4DAC-9A20-EB666B8F5F5F}">
      <dsp:nvSpPr>
        <dsp:cNvPr id="0" name=""/>
        <dsp:cNvSpPr/>
      </dsp:nvSpPr>
      <dsp:spPr>
        <a:xfrm>
          <a:off x="2961066" y="2405789"/>
          <a:ext cx="1266509" cy="119264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err="1" smtClean="0"/>
            <a:t>IC_p</a:t>
          </a:r>
          <a:endParaRPr lang="en-US" altLang="zh-CN" sz="1300" kern="1200" dirty="0" smtClean="0"/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&amp;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err="1" smtClean="0"/>
            <a:t>LS_win</a:t>
          </a:r>
          <a:endParaRPr lang="zh-CN" altLang="en-US" sz="1300" kern="1200" dirty="0"/>
        </a:p>
      </dsp:txBody>
      <dsp:txXfrm>
        <a:off x="2961066" y="2405789"/>
        <a:ext cx="1266509" cy="1192649"/>
      </dsp:txXfrm>
    </dsp:sp>
    <dsp:sp modelId="{A13A8A74-7F15-4F75-8935-4A74942842CA}">
      <dsp:nvSpPr>
        <dsp:cNvPr id="0" name=""/>
        <dsp:cNvSpPr/>
      </dsp:nvSpPr>
      <dsp:spPr>
        <a:xfrm>
          <a:off x="4254514" y="2405789"/>
          <a:ext cx="1899764" cy="119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800" b="1" kern="1200" dirty="0" err="1" smtClean="0">
              <a:latin typeface="楷体_GB2312" pitchFamily="49" charset="-122"/>
              <a:ea typeface="楷体_GB2312" pitchFamily="49" charset="-122"/>
            </a:rPr>
            <a:t>IC_p</a:t>
          </a:r>
          <a:r>
            <a:rPr lang="en-US" altLang="zh-CN" sz="1800" b="1" kern="1200" dirty="0" smtClean="0">
              <a:latin typeface="楷体_GB2312" pitchFamily="49" charset="-122"/>
              <a:ea typeface="楷体_GB2312" pitchFamily="49" charset="-122"/>
            </a:rPr>
            <a:t>&lt;0.1</a:t>
          </a:r>
          <a:endParaRPr lang="zh-CN" altLang="en-US" sz="1800" b="1" kern="1200" dirty="0">
            <a:latin typeface="楷体_GB2312" pitchFamily="49" charset="-122"/>
            <a:ea typeface="楷体_GB2312" pitchFamily="49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800" b="1" kern="1200" dirty="0" err="1" smtClean="0">
              <a:latin typeface="楷体_GB2312" pitchFamily="49" charset="-122"/>
              <a:ea typeface="楷体_GB2312" pitchFamily="49" charset="-122"/>
            </a:rPr>
            <a:t>LS_win</a:t>
          </a:r>
          <a:r>
            <a:rPr lang="en-US" altLang="zh-CN" sz="1800" b="1" kern="1200" dirty="0" smtClean="0">
              <a:latin typeface="楷体_GB2312" pitchFamily="49" charset="-122"/>
              <a:ea typeface="楷体_GB2312" pitchFamily="49" charset="-122"/>
            </a:rPr>
            <a:t>&gt;0.6 or </a:t>
          </a:r>
          <a:r>
            <a:rPr lang="en-US" altLang="zh-CN" sz="1800" b="1" kern="1200" dirty="0" err="1" smtClean="0">
              <a:latin typeface="楷体_GB2312" pitchFamily="49" charset="-122"/>
              <a:ea typeface="楷体_GB2312" pitchFamily="49" charset="-122"/>
            </a:rPr>
            <a:t>LS_win</a:t>
          </a:r>
          <a:r>
            <a:rPr lang="en-US" altLang="zh-CN" sz="1800" b="1" kern="1200" dirty="0" smtClean="0">
              <a:latin typeface="楷体_GB2312" pitchFamily="49" charset="-122"/>
              <a:ea typeface="楷体_GB2312" pitchFamily="49" charset="-122"/>
            </a:rPr>
            <a:t>&lt;0.4</a:t>
          </a:r>
          <a:endParaRPr lang="zh-CN" altLang="en-US" sz="18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4254514" y="2405789"/>
        <a:ext cx="1899764" cy="1192649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80C853F-5100-4BD5-BDB9-41C83FF201D6}">
      <dsp:nvSpPr>
        <dsp:cNvPr id="0" name=""/>
        <dsp:cNvSpPr/>
      </dsp:nvSpPr>
      <dsp:spPr>
        <a:xfrm>
          <a:off x="1280259" y="133848"/>
          <a:ext cx="2656385" cy="922527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9BD1B-971D-46C6-8D1C-FBEBE4871178}">
      <dsp:nvSpPr>
        <dsp:cNvPr id="0" name=""/>
        <dsp:cNvSpPr/>
      </dsp:nvSpPr>
      <dsp:spPr>
        <a:xfrm>
          <a:off x="2355169" y="2392806"/>
          <a:ext cx="514803" cy="329474"/>
        </a:xfrm>
        <a:prstGeom prst="downArrow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D8D891-3718-4713-BEB2-1AE0D23DDEC2}">
      <dsp:nvSpPr>
        <dsp:cNvPr id="0" name=""/>
        <dsp:cNvSpPr/>
      </dsp:nvSpPr>
      <dsp:spPr>
        <a:xfrm>
          <a:off x="1435087" y="2676977"/>
          <a:ext cx="2471056" cy="617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b="1" kern="1200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rPr>
            <a:t>综合能力得分</a:t>
          </a:r>
          <a:endParaRPr lang="zh-CN" altLang="en-US" sz="2100" b="1" kern="1200" dirty="0">
            <a:solidFill>
              <a:schemeClr val="bg1"/>
            </a:solidFill>
            <a:latin typeface="楷体_GB2312" pitchFamily="49" charset="-122"/>
            <a:ea typeface="楷体_GB2312" pitchFamily="49" charset="-122"/>
          </a:endParaRPr>
        </a:p>
      </dsp:txBody>
      <dsp:txXfrm>
        <a:off x="1435087" y="2676977"/>
        <a:ext cx="2471056" cy="617764"/>
      </dsp:txXfrm>
    </dsp:sp>
    <dsp:sp modelId="{4083D8E7-5EE0-401F-9CE7-6C42AB5C904D}">
      <dsp:nvSpPr>
        <dsp:cNvPr id="0" name=""/>
        <dsp:cNvSpPr/>
      </dsp:nvSpPr>
      <dsp:spPr>
        <a:xfrm>
          <a:off x="2246030" y="1127625"/>
          <a:ext cx="926646" cy="92664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一个月反转</a:t>
          </a:r>
          <a:endParaRPr lang="zh-CN" altLang="en-US" sz="1600" kern="1200" dirty="0"/>
        </a:p>
      </dsp:txBody>
      <dsp:txXfrm>
        <a:off x="2246030" y="1127625"/>
        <a:ext cx="926646" cy="926646"/>
      </dsp:txXfrm>
    </dsp:sp>
    <dsp:sp modelId="{12BF1DE0-BF15-4820-9808-E7D9EBA432BF}">
      <dsp:nvSpPr>
        <dsp:cNvPr id="0" name=""/>
        <dsp:cNvSpPr/>
      </dsp:nvSpPr>
      <dsp:spPr>
        <a:xfrm>
          <a:off x="1582964" y="432434"/>
          <a:ext cx="926646" cy="926646"/>
        </a:xfrm>
        <a:prstGeom prst="ellipse">
          <a:avLst/>
        </a:prstGeom>
        <a:gradFill rotWithShape="0">
          <a:gsLst>
            <a:gs pos="0">
              <a:srgbClr val="FF3399"/>
            </a:gs>
            <a:gs pos="25000">
              <a:srgbClr val="FF6633"/>
            </a:gs>
            <a:gs pos="50000">
              <a:srgbClr val="FFFF00"/>
            </a:gs>
            <a:gs pos="75000">
              <a:srgbClr val="01A78F"/>
            </a:gs>
            <a:gs pos="100000">
              <a:srgbClr val="3366FF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总资产周转率</a:t>
          </a:r>
          <a:endParaRPr lang="zh-CN" altLang="en-US" sz="1600" kern="1200" dirty="0"/>
        </a:p>
      </dsp:txBody>
      <dsp:txXfrm>
        <a:off x="1582964" y="432434"/>
        <a:ext cx="926646" cy="926646"/>
      </dsp:txXfrm>
    </dsp:sp>
    <dsp:sp modelId="{A8FC5A02-86C5-41C7-975B-F27604076F0D}">
      <dsp:nvSpPr>
        <dsp:cNvPr id="0" name=""/>
        <dsp:cNvSpPr/>
      </dsp:nvSpPr>
      <dsp:spPr>
        <a:xfrm>
          <a:off x="2530202" y="208392"/>
          <a:ext cx="926646" cy="926646"/>
        </a:xfrm>
        <a:prstGeom prst="ellipse">
          <a:avLst/>
        </a:prstGeom>
        <a:gradFill rotWithShape="0">
          <a:gsLst>
            <a:gs pos="0">
              <a:srgbClr val="FF0000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EP</a:t>
          </a:r>
          <a:endParaRPr lang="zh-CN" altLang="en-US" sz="1600" kern="1200" dirty="0"/>
        </a:p>
      </dsp:txBody>
      <dsp:txXfrm>
        <a:off x="2530202" y="208392"/>
        <a:ext cx="926646" cy="926646"/>
      </dsp:txXfrm>
    </dsp:sp>
    <dsp:sp modelId="{F0B77FAC-1FCF-434C-A48E-FE5616C35E94}">
      <dsp:nvSpPr>
        <dsp:cNvPr id="0" name=""/>
        <dsp:cNvSpPr/>
      </dsp:nvSpPr>
      <dsp:spPr>
        <a:xfrm>
          <a:off x="1206408" y="55901"/>
          <a:ext cx="2882899" cy="2306319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1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1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1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1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2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3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3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3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3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A7C4-DA1E-473A-88C3-58BC551E6B40}">
      <dsp:nvSpPr>
        <dsp:cNvPr id="0" name=""/>
        <dsp:cNvSpPr/>
      </dsp:nvSpPr>
      <dsp:spPr>
        <a:xfrm>
          <a:off x="0" y="0"/>
          <a:ext cx="1698172" cy="5086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E69B-9568-4F48-9D21-3417A6EB2DC4}">
      <dsp:nvSpPr>
        <dsp:cNvPr id="0" name=""/>
        <dsp:cNvSpPr/>
      </dsp:nvSpPr>
      <dsp:spPr>
        <a:xfrm>
          <a:off x="32987" y="0"/>
          <a:ext cx="1616910" cy="4129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31" tIns="0" rIns="44931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楷体_GB2312" pitchFamily="49" charset="-122"/>
              <a:ea typeface="楷体_GB2312" pitchFamily="49" charset="-122"/>
            </a:rPr>
            <a:t>因子点评</a:t>
          </a:r>
          <a:endParaRPr lang="zh-CN" altLang="en-US" sz="20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32987" y="0"/>
        <a:ext cx="1616910" cy="412922"/>
      </dsp:txXfrm>
    </dsp:sp>
  </dsp:spTree>
</dsp:drawing>
</file>

<file path=ppt/diagrams/drawing3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D76EF54-266D-4B47-9AA3-3F6AADD24669}">
      <dsp:nvSpPr>
        <dsp:cNvPr id="0" name=""/>
        <dsp:cNvSpPr/>
      </dsp:nvSpPr>
      <dsp:spPr>
        <a:xfrm>
          <a:off x="592" y="839291"/>
          <a:ext cx="1113234" cy="556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/>
        </a:p>
      </dsp:txBody>
      <dsp:txXfrm>
        <a:off x="592" y="839291"/>
        <a:ext cx="1113234" cy="556617"/>
      </dsp:txXfrm>
    </dsp:sp>
    <dsp:sp modelId="{ED3FABBA-5D1D-4EBC-B077-73CCC7937551}">
      <dsp:nvSpPr>
        <dsp:cNvPr id="0" name=""/>
        <dsp:cNvSpPr/>
      </dsp:nvSpPr>
      <dsp:spPr>
        <a:xfrm rot="19457599">
          <a:off x="1062283" y="935160"/>
          <a:ext cx="548381" cy="44824"/>
        </a:xfrm>
        <a:custGeom>
          <a:avLst/>
          <a:gdLst/>
          <a:ahLst/>
          <a:cxnLst/>
          <a:rect l="0" t="0" r="0" b="0"/>
          <a:pathLst>
            <a:path>
              <a:moveTo>
                <a:pt x="0" y="22412"/>
              </a:moveTo>
              <a:lnTo>
                <a:pt x="548381" y="2241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 rot="19457599">
        <a:off x="1322764" y="943863"/>
        <a:ext cx="27419" cy="27419"/>
      </dsp:txXfrm>
    </dsp:sp>
    <dsp:sp modelId="{A5BD1817-547A-4A08-9E2B-14F2B8BB817D}">
      <dsp:nvSpPr>
        <dsp:cNvPr id="0" name=""/>
        <dsp:cNvSpPr/>
      </dsp:nvSpPr>
      <dsp:spPr>
        <a:xfrm>
          <a:off x="1559121" y="519236"/>
          <a:ext cx="1793087" cy="556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b="1" kern="1200" dirty="0" smtClean="0">
              <a:latin typeface="楷体_GB2312" pitchFamily="49" charset="-122"/>
              <a:ea typeface="楷体_GB2312" pitchFamily="49" charset="-122"/>
            </a:rPr>
            <a:t>因子平均加权</a:t>
          </a:r>
          <a:endParaRPr lang="zh-CN" altLang="en-US" sz="17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1559121" y="519236"/>
        <a:ext cx="1793087" cy="556617"/>
      </dsp:txXfrm>
    </dsp:sp>
    <dsp:sp modelId="{404E259E-5A31-4756-A08B-A7785B9835CC}">
      <dsp:nvSpPr>
        <dsp:cNvPr id="0" name=""/>
        <dsp:cNvSpPr/>
      </dsp:nvSpPr>
      <dsp:spPr>
        <a:xfrm rot="2142401">
          <a:off x="1062283" y="1255215"/>
          <a:ext cx="548381" cy="44824"/>
        </a:xfrm>
        <a:custGeom>
          <a:avLst/>
          <a:gdLst/>
          <a:ahLst/>
          <a:cxnLst/>
          <a:rect l="0" t="0" r="0" b="0"/>
          <a:pathLst>
            <a:path>
              <a:moveTo>
                <a:pt x="0" y="22412"/>
              </a:moveTo>
              <a:lnTo>
                <a:pt x="548381" y="2241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 rot="2142401">
        <a:off x="1322764" y="1263918"/>
        <a:ext cx="27419" cy="27419"/>
      </dsp:txXfrm>
    </dsp:sp>
    <dsp:sp modelId="{21284B02-DE70-4BC7-BD0C-76D19E055303}">
      <dsp:nvSpPr>
        <dsp:cNvPr id="0" name=""/>
        <dsp:cNvSpPr/>
      </dsp:nvSpPr>
      <dsp:spPr>
        <a:xfrm>
          <a:off x="1559121" y="1159346"/>
          <a:ext cx="1793087" cy="556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b="1" kern="1200" dirty="0" smtClean="0">
              <a:latin typeface="楷体_GB2312" pitchFamily="49" charset="-122"/>
              <a:ea typeface="楷体_GB2312" pitchFamily="49" charset="-122"/>
            </a:rPr>
            <a:t>因子</a:t>
          </a:r>
          <a:r>
            <a:rPr lang="en-US" altLang="zh-CN" sz="1700" b="1" kern="1200" dirty="0" smtClean="0">
              <a:latin typeface="楷体_GB2312" pitchFamily="49" charset="-122"/>
              <a:ea typeface="楷体_GB2312" pitchFamily="49" charset="-122"/>
            </a:rPr>
            <a:t>IC_IR</a:t>
          </a:r>
          <a:r>
            <a:rPr lang="zh-CN" altLang="en-US" sz="1700" b="1" kern="1200" dirty="0" smtClean="0">
              <a:latin typeface="楷体_GB2312" pitchFamily="49" charset="-122"/>
              <a:ea typeface="楷体_GB2312" pitchFamily="49" charset="-122"/>
            </a:rPr>
            <a:t>加权</a:t>
          </a:r>
          <a:endParaRPr lang="zh-CN" altLang="en-US" sz="17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1559121" y="1159346"/>
        <a:ext cx="1793087" cy="556617"/>
      </dsp:txXfrm>
    </dsp:sp>
  </dsp:spTree>
</dsp:drawing>
</file>

<file path=ppt/diagrams/drawing3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D76EF54-266D-4B47-9AA3-3F6AADD24669}">
      <dsp:nvSpPr>
        <dsp:cNvPr id="0" name=""/>
        <dsp:cNvSpPr/>
      </dsp:nvSpPr>
      <dsp:spPr>
        <a:xfrm>
          <a:off x="2228" y="839563"/>
          <a:ext cx="1112147" cy="5560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200" kern="1200" dirty="0"/>
        </a:p>
      </dsp:txBody>
      <dsp:txXfrm>
        <a:off x="2228" y="839563"/>
        <a:ext cx="1112147" cy="556073"/>
      </dsp:txXfrm>
    </dsp:sp>
    <dsp:sp modelId="{ED3FABBA-5D1D-4EBC-B077-73CCC7937551}">
      <dsp:nvSpPr>
        <dsp:cNvPr id="0" name=""/>
        <dsp:cNvSpPr/>
      </dsp:nvSpPr>
      <dsp:spPr>
        <a:xfrm rot="19457599">
          <a:off x="1062883" y="935339"/>
          <a:ext cx="547845" cy="44780"/>
        </a:xfrm>
        <a:custGeom>
          <a:avLst/>
          <a:gdLst/>
          <a:ahLst/>
          <a:cxnLst/>
          <a:rect l="0" t="0" r="0" b="0"/>
          <a:pathLst>
            <a:path>
              <a:moveTo>
                <a:pt x="0" y="22390"/>
              </a:moveTo>
              <a:lnTo>
                <a:pt x="547845" y="2239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 rot="19457599">
        <a:off x="1323110" y="944033"/>
        <a:ext cx="27392" cy="27392"/>
      </dsp:txXfrm>
    </dsp:sp>
    <dsp:sp modelId="{A5BD1817-547A-4A08-9E2B-14F2B8BB817D}">
      <dsp:nvSpPr>
        <dsp:cNvPr id="0" name=""/>
        <dsp:cNvSpPr/>
      </dsp:nvSpPr>
      <dsp:spPr>
        <a:xfrm>
          <a:off x="1559235" y="519821"/>
          <a:ext cx="1791336" cy="5560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b="1" kern="1200" dirty="0" smtClean="0">
              <a:latin typeface="楷体_GB2312" pitchFamily="49" charset="-122"/>
              <a:ea typeface="楷体_GB2312" pitchFamily="49" charset="-122"/>
            </a:rPr>
            <a:t>股票平均加权</a:t>
          </a:r>
          <a:endParaRPr lang="zh-CN" altLang="en-US" sz="17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1559235" y="519821"/>
        <a:ext cx="1791336" cy="556073"/>
      </dsp:txXfrm>
    </dsp:sp>
    <dsp:sp modelId="{404E259E-5A31-4756-A08B-A7785B9835CC}">
      <dsp:nvSpPr>
        <dsp:cNvPr id="0" name=""/>
        <dsp:cNvSpPr/>
      </dsp:nvSpPr>
      <dsp:spPr>
        <a:xfrm rot="2142401">
          <a:off x="1062883" y="1255081"/>
          <a:ext cx="547845" cy="44780"/>
        </a:xfrm>
        <a:custGeom>
          <a:avLst/>
          <a:gdLst/>
          <a:ahLst/>
          <a:cxnLst/>
          <a:rect l="0" t="0" r="0" b="0"/>
          <a:pathLst>
            <a:path>
              <a:moveTo>
                <a:pt x="0" y="22390"/>
              </a:moveTo>
              <a:lnTo>
                <a:pt x="547845" y="2239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 rot="2142401">
        <a:off x="1323110" y="1263775"/>
        <a:ext cx="27392" cy="27392"/>
      </dsp:txXfrm>
    </dsp:sp>
    <dsp:sp modelId="{21284B02-DE70-4BC7-BD0C-76D19E055303}">
      <dsp:nvSpPr>
        <dsp:cNvPr id="0" name=""/>
        <dsp:cNvSpPr/>
      </dsp:nvSpPr>
      <dsp:spPr>
        <a:xfrm>
          <a:off x="1559235" y="1159306"/>
          <a:ext cx="1791336" cy="5560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b="1" kern="1200" dirty="0" smtClean="0">
              <a:latin typeface="楷体_GB2312" pitchFamily="49" charset="-122"/>
              <a:ea typeface="楷体_GB2312" pitchFamily="49" charset="-122"/>
            </a:rPr>
            <a:t>股票流通市值加权</a:t>
          </a:r>
          <a:endParaRPr lang="zh-CN" altLang="en-US" sz="1700" b="1" kern="1200" dirty="0">
            <a:latin typeface="楷体_GB2312" pitchFamily="49" charset="-122"/>
            <a:ea typeface="楷体_GB2312" pitchFamily="49" charset="-122"/>
          </a:endParaRPr>
        </a:p>
      </dsp:txBody>
      <dsp:txXfrm>
        <a:off x="1559235" y="1159306"/>
        <a:ext cx="1791336" cy="556073"/>
      </dsp:txXfrm>
    </dsp:sp>
  </dsp:spTree>
</dsp:drawing>
</file>

<file path=ppt/diagrams/drawing3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8E250ED-947B-4451-A3A2-7D79EDA542B2}">
      <dsp:nvSpPr>
        <dsp:cNvPr id="0" name=""/>
        <dsp:cNvSpPr/>
      </dsp:nvSpPr>
      <dsp:spPr>
        <a:xfrm>
          <a:off x="1401056" y="87130"/>
          <a:ext cx="546319" cy="54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 dirty="0"/>
        </a:p>
      </dsp:txBody>
      <dsp:txXfrm>
        <a:off x="1401056" y="87130"/>
        <a:ext cx="546319" cy="546319"/>
      </dsp:txXfrm>
    </dsp:sp>
    <dsp:sp modelId="{07B2A788-B5CC-4B56-A1B6-EEA2B8F91B97}">
      <dsp:nvSpPr>
        <dsp:cNvPr id="0" name=""/>
        <dsp:cNvSpPr/>
      </dsp:nvSpPr>
      <dsp:spPr>
        <a:xfrm>
          <a:off x="114029" y="71099"/>
          <a:ext cx="2050684" cy="2050684"/>
        </a:xfrm>
        <a:prstGeom prst="circularArrow">
          <a:avLst>
            <a:gd name="adj1" fmla="val 5195"/>
            <a:gd name="adj2" fmla="val 335535"/>
            <a:gd name="adj3" fmla="val 21294783"/>
            <a:gd name="adj4" fmla="val 19764888"/>
            <a:gd name="adj5" fmla="val 6061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3BB440-AD3F-4ACF-9D9B-E45E9EFE35B1}">
      <dsp:nvSpPr>
        <dsp:cNvPr id="0" name=""/>
        <dsp:cNvSpPr/>
      </dsp:nvSpPr>
      <dsp:spPr>
        <a:xfrm>
          <a:off x="1731608" y="1104466"/>
          <a:ext cx="546319" cy="54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 dirty="0"/>
        </a:p>
      </dsp:txBody>
      <dsp:txXfrm>
        <a:off x="1731608" y="1104466"/>
        <a:ext cx="546319" cy="546319"/>
      </dsp:txXfrm>
    </dsp:sp>
    <dsp:sp modelId="{867FC31B-239F-4A86-9F99-397A20FB26EC}">
      <dsp:nvSpPr>
        <dsp:cNvPr id="0" name=""/>
        <dsp:cNvSpPr/>
      </dsp:nvSpPr>
      <dsp:spPr>
        <a:xfrm>
          <a:off x="114029" y="71099"/>
          <a:ext cx="2050684" cy="2050684"/>
        </a:xfrm>
        <a:prstGeom prst="circularArrow">
          <a:avLst>
            <a:gd name="adj1" fmla="val 5195"/>
            <a:gd name="adj2" fmla="val 335535"/>
            <a:gd name="adj3" fmla="val 4016296"/>
            <a:gd name="adj4" fmla="val 2251966"/>
            <a:gd name="adj5" fmla="val 6061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59E64D-6E6F-40D1-BC31-859AFFCEABF0}">
      <dsp:nvSpPr>
        <dsp:cNvPr id="0" name=""/>
        <dsp:cNvSpPr/>
      </dsp:nvSpPr>
      <dsp:spPr>
        <a:xfrm>
          <a:off x="866211" y="1733214"/>
          <a:ext cx="546319" cy="54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866211" y="1733214"/>
        <a:ext cx="546319" cy="546319"/>
      </dsp:txXfrm>
    </dsp:sp>
    <dsp:sp modelId="{52013A42-20DF-4ADE-8594-12CF5D48642F}">
      <dsp:nvSpPr>
        <dsp:cNvPr id="0" name=""/>
        <dsp:cNvSpPr/>
      </dsp:nvSpPr>
      <dsp:spPr>
        <a:xfrm>
          <a:off x="114029" y="71099"/>
          <a:ext cx="2050684" cy="2050684"/>
        </a:xfrm>
        <a:prstGeom prst="circularArrow">
          <a:avLst>
            <a:gd name="adj1" fmla="val 5195"/>
            <a:gd name="adj2" fmla="val 335535"/>
            <a:gd name="adj3" fmla="val 8212500"/>
            <a:gd name="adj4" fmla="val 6448170"/>
            <a:gd name="adj5" fmla="val 6061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0FF5AB-167A-44BE-A040-AC0E120B314E}">
      <dsp:nvSpPr>
        <dsp:cNvPr id="0" name=""/>
        <dsp:cNvSpPr/>
      </dsp:nvSpPr>
      <dsp:spPr>
        <a:xfrm>
          <a:off x="814" y="1104466"/>
          <a:ext cx="546319" cy="54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814" y="1104466"/>
        <a:ext cx="546319" cy="546319"/>
      </dsp:txXfrm>
    </dsp:sp>
    <dsp:sp modelId="{FB17D208-B2F2-4ECC-AEF9-E2D76D06D0FB}">
      <dsp:nvSpPr>
        <dsp:cNvPr id="0" name=""/>
        <dsp:cNvSpPr/>
      </dsp:nvSpPr>
      <dsp:spPr>
        <a:xfrm>
          <a:off x="114029" y="71099"/>
          <a:ext cx="2050684" cy="2050684"/>
        </a:xfrm>
        <a:prstGeom prst="circularArrow">
          <a:avLst>
            <a:gd name="adj1" fmla="val 5195"/>
            <a:gd name="adj2" fmla="val 335535"/>
            <a:gd name="adj3" fmla="val 12299577"/>
            <a:gd name="adj4" fmla="val 10769682"/>
            <a:gd name="adj5" fmla="val 6061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BF21EF-DB30-4A81-AE40-22CFBB5574BE}">
      <dsp:nvSpPr>
        <dsp:cNvPr id="0" name=""/>
        <dsp:cNvSpPr/>
      </dsp:nvSpPr>
      <dsp:spPr>
        <a:xfrm>
          <a:off x="331366" y="87130"/>
          <a:ext cx="546319" cy="54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 dirty="0"/>
        </a:p>
      </dsp:txBody>
      <dsp:txXfrm>
        <a:off x="331366" y="87130"/>
        <a:ext cx="546319" cy="546319"/>
      </dsp:txXfrm>
    </dsp:sp>
    <dsp:sp modelId="{730F0299-70A5-4A65-9D5C-B9D068385B5E}">
      <dsp:nvSpPr>
        <dsp:cNvPr id="0" name=""/>
        <dsp:cNvSpPr/>
      </dsp:nvSpPr>
      <dsp:spPr>
        <a:xfrm>
          <a:off x="114029" y="71099"/>
          <a:ext cx="2050684" cy="2050684"/>
        </a:xfrm>
        <a:prstGeom prst="circularArrow">
          <a:avLst>
            <a:gd name="adj1" fmla="val 5195"/>
            <a:gd name="adj2" fmla="val 335535"/>
            <a:gd name="adj3" fmla="val 16867279"/>
            <a:gd name="adj4" fmla="val 15197186"/>
            <a:gd name="adj5" fmla="val 6061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FA8DA37-74F6-4BDB-98D2-7A4CB63180F3}">
      <dsp:nvSpPr>
        <dsp:cNvPr id="0" name=""/>
        <dsp:cNvSpPr/>
      </dsp:nvSpPr>
      <dsp:spPr>
        <a:xfrm rot="5400000">
          <a:off x="-222646" y="223826"/>
          <a:ext cx="1484312" cy="1039018"/>
        </a:xfrm>
        <a:prstGeom prst="chevron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alpha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000" kern="1200" dirty="0" smtClean="0"/>
            <a:t>1</a:t>
          </a:r>
          <a:endParaRPr lang="zh-CN" altLang="en-US" sz="3000" kern="1200" dirty="0"/>
        </a:p>
      </dsp:txBody>
      <dsp:txXfrm rot="5400000">
        <a:off x="-222646" y="223826"/>
        <a:ext cx="1484312" cy="1039018"/>
      </dsp:txXfrm>
    </dsp:sp>
    <dsp:sp modelId="{7EE44383-DEA6-4DC8-BFAD-B23DF85DBF7E}">
      <dsp:nvSpPr>
        <dsp:cNvPr id="0" name=""/>
        <dsp:cNvSpPr/>
      </dsp:nvSpPr>
      <dsp:spPr>
        <a:xfrm rot="5400000">
          <a:off x="3085107" y="-2044909"/>
          <a:ext cx="964803" cy="505698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每个行业根据近三年有效因子组建多因子模型</a:t>
          </a:r>
          <a:endParaRPr lang="zh-CN" altLang="en-US" sz="2400" b="1" kern="1200" dirty="0">
            <a:latin typeface="楷体_GB2312" pitchFamily="49" charset="-122"/>
            <a:ea typeface="楷体_GB2312" pitchFamily="49" charset="-122"/>
          </a:endParaRPr>
        </a:p>
      </dsp:txBody>
      <dsp:txXfrm rot="5400000">
        <a:off x="3085107" y="-2044909"/>
        <a:ext cx="964803" cy="5056981"/>
      </dsp:txXfrm>
    </dsp:sp>
    <dsp:sp modelId="{26F94DA8-4009-45EE-BD23-F540D7385399}">
      <dsp:nvSpPr>
        <dsp:cNvPr id="0" name=""/>
        <dsp:cNvSpPr/>
      </dsp:nvSpPr>
      <dsp:spPr>
        <a:xfrm rot="5400000">
          <a:off x="-222646" y="1512490"/>
          <a:ext cx="1484312" cy="1039018"/>
        </a:xfrm>
        <a:prstGeom prst="chevron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0000"/>
                <a:shade val="51000"/>
                <a:satMod val="130000"/>
              </a:schemeClr>
            </a:gs>
            <a:gs pos="80000">
              <a:schemeClr val="accent2">
                <a:alpha val="90000"/>
                <a:hueOff val="0"/>
                <a:satOff val="0"/>
                <a:lumOff val="0"/>
                <a:alphaOff val="-20000"/>
                <a:shade val="93000"/>
                <a:satMod val="13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000" kern="1200" dirty="0" smtClean="0"/>
            <a:t>2</a:t>
          </a:r>
          <a:endParaRPr lang="zh-CN" altLang="en-US" sz="3000" kern="1200" dirty="0"/>
        </a:p>
      </dsp:txBody>
      <dsp:txXfrm rot="5400000">
        <a:off x="-222646" y="1512490"/>
        <a:ext cx="1484312" cy="1039018"/>
      </dsp:txXfrm>
    </dsp:sp>
    <dsp:sp modelId="{88FF23C6-DDAB-4EA5-BD0A-7C5CF33F5012}">
      <dsp:nvSpPr>
        <dsp:cNvPr id="0" name=""/>
        <dsp:cNvSpPr/>
      </dsp:nvSpPr>
      <dsp:spPr>
        <a:xfrm rot="5400000">
          <a:off x="3085107" y="-756245"/>
          <a:ext cx="964803" cy="505698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每行业前</a:t>
          </a:r>
          <a:r>
            <a:rPr lang="en-US" altLang="zh-CN" sz="2400" b="1" kern="1200" dirty="0" smtClean="0">
              <a:latin typeface="楷体_GB2312" pitchFamily="49" charset="-122"/>
              <a:ea typeface="楷体_GB2312" pitchFamily="49" charset="-122"/>
            </a:rPr>
            <a:t>20%</a:t>
          </a: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为超配组合，后</a:t>
          </a:r>
          <a:r>
            <a:rPr lang="en-US" altLang="zh-CN" sz="2400" b="1" kern="1200" dirty="0" smtClean="0">
              <a:latin typeface="楷体_GB2312" pitchFamily="49" charset="-122"/>
              <a:ea typeface="楷体_GB2312" pitchFamily="49" charset="-122"/>
            </a:rPr>
            <a:t>20%</a:t>
          </a: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为低配组合</a:t>
          </a:r>
          <a:endParaRPr lang="zh-CN" altLang="en-US" sz="2400" b="1" kern="1200" dirty="0">
            <a:latin typeface="楷体_GB2312" pitchFamily="49" charset="-122"/>
            <a:ea typeface="楷体_GB2312" pitchFamily="49" charset="-122"/>
          </a:endParaRPr>
        </a:p>
      </dsp:txBody>
      <dsp:txXfrm rot="5400000">
        <a:off x="3085107" y="-756245"/>
        <a:ext cx="964803" cy="5056981"/>
      </dsp:txXfrm>
    </dsp:sp>
    <dsp:sp modelId="{33AA796E-D461-4AE8-BBBB-0777F4D743D0}">
      <dsp:nvSpPr>
        <dsp:cNvPr id="0" name=""/>
        <dsp:cNvSpPr/>
      </dsp:nvSpPr>
      <dsp:spPr>
        <a:xfrm rot="5400000">
          <a:off x="-222646" y="2801154"/>
          <a:ext cx="1484312" cy="1039018"/>
        </a:xfrm>
        <a:prstGeom prst="chevron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shade val="51000"/>
                <a:satMod val="130000"/>
              </a:schemeClr>
            </a:gs>
            <a:gs pos="80000">
              <a:schemeClr val="accent2">
                <a:alpha val="90000"/>
                <a:hueOff val="0"/>
                <a:satOff val="0"/>
                <a:lumOff val="0"/>
                <a:alphaOff val="-40000"/>
                <a:shade val="93000"/>
                <a:satMod val="13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000" kern="1200" dirty="0" smtClean="0"/>
            <a:t>3</a:t>
          </a:r>
          <a:endParaRPr lang="zh-CN" altLang="en-US" sz="3000" kern="1200" dirty="0"/>
        </a:p>
      </dsp:txBody>
      <dsp:txXfrm rot="5400000">
        <a:off x="-222646" y="2801154"/>
        <a:ext cx="1484312" cy="1039018"/>
      </dsp:txXfrm>
    </dsp:sp>
    <dsp:sp modelId="{E74D34BA-A9A6-4C8B-9166-D789CDFF6CF4}">
      <dsp:nvSpPr>
        <dsp:cNvPr id="0" name=""/>
        <dsp:cNvSpPr/>
      </dsp:nvSpPr>
      <dsp:spPr>
        <a:xfrm rot="5400000">
          <a:off x="3085107" y="532418"/>
          <a:ext cx="964803" cy="505698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每行业超组合权重</a:t>
          </a:r>
          <a:r>
            <a:rPr lang="en-US" altLang="zh-CN" sz="2400" b="1" kern="1200" dirty="0" smtClean="0">
              <a:latin typeface="楷体_GB2312" pitchFamily="49" charset="-122"/>
              <a:ea typeface="楷体_GB2312" pitchFamily="49" charset="-122"/>
            </a:rPr>
            <a:t>=</a:t>
          </a: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行业在中证</a:t>
          </a:r>
          <a:r>
            <a:rPr lang="en-US" altLang="zh-CN" sz="2400" b="1" kern="1200" dirty="0" smtClean="0">
              <a:latin typeface="楷体_GB2312" pitchFamily="49" charset="-122"/>
              <a:ea typeface="楷体_GB2312" pitchFamily="49" charset="-122"/>
            </a:rPr>
            <a:t>800</a:t>
          </a:r>
          <a:r>
            <a:rPr lang="zh-CN" altLang="en-US" sz="2400" b="1" kern="1200" dirty="0" smtClean="0">
              <a:latin typeface="楷体_GB2312" pitchFamily="49" charset="-122"/>
              <a:ea typeface="楷体_GB2312" pitchFamily="49" charset="-122"/>
            </a:rPr>
            <a:t>的实际权重</a:t>
          </a:r>
          <a:endParaRPr lang="zh-CN" altLang="en-US" sz="2400" b="1" kern="1200" dirty="0">
            <a:latin typeface="楷体_GB2312" pitchFamily="49" charset="-122"/>
            <a:ea typeface="楷体_GB2312" pitchFamily="49" charset="-122"/>
          </a:endParaRPr>
        </a:p>
      </dsp:txBody>
      <dsp:txXfrm rot="5400000">
        <a:off x="3085107" y="532418"/>
        <a:ext cx="964803" cy="5056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黑体" pitchFamily="2" charset="-122"/>
                <a:ea typeface="黑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黑体" pitchFamily="2" charset="-122"/>
                <a:ea typeface="黑体" pitchFamily="2" charset="-122"/>
              </a:defRPr>
            </a:lvl1pPr>
          </a:lstStyle>
          <a:p>
            <a:pPr>
              <a:defRPr/>
            </a:pPr>
            <a:fld id="{6E2990CD-3BDD-4CAF-B163-B92AA8CB7B8E}" type="datetimeFigureOut">
              <a:rPr lang="zh-CN" altLang="en-US"/>
              <a:pPr>
                <a:defRPr/>
              </a:pPr>
              <a:t>2012/2/22</a:t>
            </a:fld>
            <a:endParaRPr lang="en-US" altLang="zh-CN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黑体" pitchFamily="2" charset="-122"/>
                <a:ea typeface="黑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黑体" pitchFamily="2" charset="-122"/>
                <a:ea typeface="黑体" pitchFamily="2" charset="-122"/>
              </a:defRPr>
            </a:lvl1pPr>
          </a:lstStyle>
          <a:p>
            <a:pPr>
              <a:defRPr/>
            </a:pPr>
            <a:fld id="{AE8E7018-3A3D-43D4-8791-89DB0EDB02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黑体" pitchFamily="2" charset="-122"/>
                <a:ea typeface="黑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黑体" pitchFamily="2" charset="-122"/>
                <a:ea typeface="黑体" pitchFamily="2" charset="-122"/>
              </a:defRPr>
            </a:lvl1pPr>
          </a:lstStyle>
          <a:p>
            <a:pPr>
              <a:defRPr/>
            </a:pPr>
            <a:fld id="{172B21CB-A322-4ADE-A263-B98FD2F02F41}" type="datetimeFigureOut">
              <a:rPr lang="zh-CN" altLang="en-US"/>
              <a:pPr>
                <a:defRPr/>
              </a:pPr>
              <a:t>2012/2/22</a:t>
            </a:fld>
            <a:endParaRPr lang="en-US" altLang="zh-CN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0"/>
            <a:r>
              <a:rPr lang="zh-CN" altLang="en-US" noProof="0" smtClean="0"/>
              <a:t>第二级</a:t>
            </a:r>
          </a:p>
          <a:p>
            <a:pPr lvl="0"/>
            <a:r>
              <a:rPr lang="zh-CN" altLang="en-US" noProof="0" smtClean="0"/>
              <a:t>第三级</a:t>
            </a:r>
          </a:p>
          <a:p>
            <a:pPr lvl="0"/>
            <a:r>
              <a:rPr lang="zh-CN" altLang="en-US" noProof="0" smtClean="0"/>
              <a:t>第四级</a:t>
            </a:r>
          </a:p>
          <a:p>
            <a:pPr lvl="0"/>
            <a:r>
              <a:rPr lang="zh-CN" altLang="en-US" noProof="0" smtClean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黑体" pitchFamily="2" charset="-122"/>
                <a:ea typeface="黑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黑体" pitchFamily="2" charset="-122"/>
                <a:ea typeface="黑体" pitchFamily="2" charset="-122"/>
              </a:defRPr>
            </a:lvl1pPr>
          </a:lstStyle>
          <a:p>
            <a:pPr>
              <a:defRPr/>
            </a:pPr>
            <a:fld id="{565034E3-F8A5-4A19-A11C-907F0683177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7002463" y="6472238"/>
            <a:ext cx="2133600" cy="365125"/>
          </a:xfrm>
        </p:spPr>
        <p:txBody>
          <a:bodyPr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09E19B0-60C3-4915-AA9A-E0D6EF2C4965}" type="slidenum">
              <a:rPr lang="zh-CN" altLang="en-US"/>
              <a:pPr>
                <a:defRPr/>
              </a:pPr>
              <a:t>‹#›</a:t>
            </a:fld>
            <a:r>
              <a:rPr lang="en-US" altLang="zh-CN" dirty="0"/>
              <a:t>/35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4"/>
          <p:cNvSpPr txBox="1">
            <a:spLocks noChangeArrowheads="1"/>
          </p:cNvSpPr>
          <p:nvPr userDrawn="1"/>
        </p:nvSpPr>
        <p:spPr bwMode="auto">
          <a:xfrm>
            <a:off x="755650" y="6400800"/>
            <a:ext cx="1368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zh-CN" sz="240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7002463" y="6472238"/>
            <a:ext cx="2133600" cy="365125"/>
          </a:xfrm>
        </p:spPr>
        <p:txBody>
          <a:bodyPr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E74AF0F-8F3B-4368-8B3E-83C95D1263C0}" type="slidenum">
              <a:rPr lang="zh-CN" altLang="en-US"/>
              <a:pPr>
                <a:defRPr/>
              </a:pPr>
              <a:t>‹#›</a:t>
            </a:fld>
            <a:r>
              <a:rPr lang="en-US" altLang="zh-CN" dirty="0"/>
              <a:t>/35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4"/>
          <p:cNvSpPr txBox="1">
            <a:spLocks noChangeArrowheads="1"/>
          </p:cNvSpPr>
          <p:nvPr userDrawn="1"/>
        </p:nvSpPr>
        <p:spPr bwMode="auto">
          <a:xfrm>
            <a:off x="755650" y="6400800"/>
            <a:ext cx="1368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zh-CN" sz="240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7002463" y="6472238"/>
            <a:ext cx="2133600" cy="365125"/>
          </a:xfrm>
        </p:spPr>
        <p:txBody>
          <a:bodyPr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4826880-04DE-48BA-B2E4-18908B2F720F}" type="slidenum">
              <a:rPr lang="zh-CN" altLang="en-US"/>
              <a:pPr>
                <a:defRPr/>
              </a:pPr>
              <a:t>‹#›</a:t>
            </a:fld>
            <a:r>
              <a:rPr lang="en-US" altLang="zh-CN" dirty="0"/>
              <a:t>/35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304800"/>
            <a:ext cx="1752600" cy="152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北京锡恩企业管理顾问公司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635750"/>
            <a:ext cx="2895600" cy="76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Zion Consulting Confidential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</a:t>
            </a:r>
            <a:fld id="{039B2858-C9BE-421D-BB1E-060D95A070FB}" type="slidenum">
              <a:rPr lang="zh-CN" altLang="en-US"/>
              <a:pPr>
                <a:defRPr/>
              </a:pPr>
              <a:t>‹#›</a:t>
            </a:fld>
            <a:r>
              <a:rPr lang="en-US" altLang="zh-CN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 cstate="print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11430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2120900"/>
            <a:ext cx="7772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918200" y="406400"/>
            <a:ext cx="30607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endParaRPr lang="zh-CN" altLang="en-US" sz="1600" b="1" kern="0" dirty="0">
              <a:solidFill>
                <a:srgbClr val="6F99F7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黑体" pitchFamily="49" charset="-122"/>
              </a:defRPr>
            </a:lvl1pPr>
          </a:lstStyle>
          <a:p>
            <a:pPr>
              <a:defRPr/>
            </a:pPr>
            <a:fld id="{4F48E8ED-2FB7-4855-A95E-C687DA1433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7" r:id="rId1"/>
    <p:sldLayoutId id="2147484218" r:id="rId2"/>
    <p:sldLayoutId id="2147484219" r:id="rId3"/>
    <p:sldLayoutId id="2147484220" r:id="rId4"/>
  </p:sldLayoutIdLst>
  <p:transition spd="med">
    <p:wipe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B79127"/>
          </a:solidFill>
          <a:latin typeface="Arial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B79127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B79127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B79127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B79127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003399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003399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003399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003399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CC0000"/>
        </a:buClr>
        <a:buChar char="•"/>
        <a:defRPr kumimoji="1" sz="2400" b="1">
          <a:solidFill>
            <a:srgbClr val="B79127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buChar char="–"/>
        <a:defRPr kumimoji="1" sz="2400">
          <a:solidFill>
            <a:srgbClr val="B79127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2570"/>
        </a:buClr>
        <a:buChar char="•"/>
        <a:defRPr kumimoji="1" sz="2000">
          <a:solidFill>
            <a:srgbClr val="B79127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kumimoji="1" sz="2000">
          <a:solidFill>
            <a:srgbClr val="B79127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>
          <a:solidFill>
            <a:srgbClr val="B79127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000099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000099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000099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18" Type="http://schemas.openxmlformats.org/officeDocument/2006/relationships/diagramLayout" Target="../diagrams/layout7.xml"/><Relationship Id="rId3" Type="http://schemas.openxmlformats.org/officeDocument/2006/relationships/diagramLayout" Target="../diagrams/layout4.xml"/><Relationship Id="rId21" Type="http://schemas.microsoft.com/office/2007/relationships/diagramDrawing" Target="../diagrams/drawing7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diagramData" Target="../diagrams/data7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20" Type="http://schemas.openxmlformats.org/officeDocument/2006/relationships/diagramColors" Target="../diagrams/colors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19" Type="http://schemas.openxmlformats.org/officeDocument/2006/relationships/diagramQuickStyle" Target="../diagrams/quickStyle7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13" Type="http://schemas.openxmlformats.org/officeDocument/2006/relationships/diagramLayout" Target="../diagrams/layout10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diagramData" Target="../diagrams/data10.xml"/><Relationship Id="rId2" Type="http://schemas.openxmlformats.org/officeDocument/2006/relationships/diagramData" Target="../diagrams/data8.xml"/><Relationship Id="rId16" Type="http://schemas.microsoft.com/office/2007/relationships/diagramDrawing" Target="../diagrams/drawing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5" Type="http://schemas.openxmlformats.org/officeDocument/2006/relationships/diagramColors" Target="../diagrams/colors10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Relationship Id="rId1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diagramLayout" Target="../diagrams/layout11.xml"/><Relationship Id="rId7" Type="http://schemas.openxmlformats.org/officeDocument/2006/relationships/image" Target="../media/image6.emf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diagramLayout" Target="../diagrams/layout12.xml"/><Relationship Id="rId7" Type="http://schemas.openxmlformats.org/officeDocument/2006/relationships/image" Target="../media/image8.emf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diagramLayout" Target="../diagrams/layout13.xml"/><Relationship Id="rId7" Type="http://schemas.openxmlformats.org/officeDocument/2006/relationships/image" Target="../media/image10.emf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diagramLayout" Target="../diagrams/layout14.xml"/><Relationship Id="rId7" Type="http://schemas.openxmlformats.org/officeDocument/2006/relationships/image" Target="../media/image12.emf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diagramLayout" Target="../diagrams/layout15.xml"/><Relationship Id="rId7" Type="http://schemas.openxmlformats.org/officeDocument/2006/relationships/image" Target="../media/image14.emf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diagramLayout" Target="../diagrams/layout16.xml"/><Relationship Id="rId7" Type="http://schemas.openxmlformats.org/officeDocument/2006/relationships/image" Target="../media/image16.emf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diagramLayout" Target="../diagrams/layout17.xml"/><Relationship Id="rId7" Type="http://schemas.openxmlformats.org/officeDocument/2006/relationships/image" Target="../media/image18.emf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diagramLayout" Target="../diagrams/layout18.xml"/><Relationship Id="rId7" Type="http://schemas.openxmlformats.org/officeDocument/2006/relationships/image" Target="../media/image20.emf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diagramLayout" Target="../diagrams/layout19.xml"/><Relationship Id="rId7" Type="http://schemas.openxmlformats.org/officeDocument/2006/relationships/chart" Target="../charts/chart3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diagramLayout" Target="../diagrams/layout20.xml"/><Relationship Id="rId7" Type="http://schemas.openxmlformats.org/officeDocument/2006/relationships/image" Target="../media/image23.emf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diagramLayout" Target="../diagrams/layout21.xml"/><Relationship Id="rId7" Type="http://schemas.openxmlformats.org/officeDocument/2006/relationships/chart" Target="../charts/chart4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diagramLayout" Target="../diagrams/layout22.xml"/><Relationship Id="rId7" Type="http://schemas.openxmlformats.org/officeDocument/2006/relationships/chart" Target="../charts/chart5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diagramLayout" Target="../diagrams/layout23.xml"/><Relationship Id="rId7" Type="http://schemas.openxmlformats.org/officeDocument/2006/relationships/image" Target="../media/image27.emf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diagramLayout" Target="../diagrams/layout24.xml"/><Relationship Id="rId7" Type="http://schemas.openxmlformats.org/officeDocument/2006/relationships/image" Target="../media/image29.emf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diagramLayout" Target="../diagrams/layout25.xml"/><Relationship Id="rId7" Type="http://schemas.openxmlformats.org/officeDocument/2006/relationships/chart" Target="../charts/chart6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diagramLayout" Target="../diagrams/layout26.xml"/><Relationship Id="rId7" Type="http://schemas.openxmlformats.org/officeDocument/2006/relationships/chart" Target="../charts/chart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diagramLayout" Target="../diagrams/layout27.xml"/><Relationship Id="rId7" Type="http://schemas.openxmlformats.org/officeDocument/2006/relationships/image" Target="../media/image33.emf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diagramLayout" Target="../diagrams/layout28.xml"/><Relationship Id="rId7" Type="http://schemas.openxmlformats.org/officeDocument/2006/relationships/chart" Target="../charts/chart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diagramLayout" Target="../diagrams/layout29.xml"/><Relationship Id="rId7" Type="http://schemas.openxmlformats.org/officeDocument/2006/relationships/image" Target="../media/image36.emf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diagramLayout" Target="../diagrams/layout30.xml"/><Relationship Id="rId7" Type="http://schemas.openxmlformats.org/officeDocument/2006/relationships/image" Target="../media/image38.emf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diagramLayout" Target="../diagrams/layout31.xml"/><Relationship Id="rId7" Type="http://schemas.openxmlformats.org/officeDocument/2006/relationships/chart" Target="../charts/chart9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diagramLayout" Target="../diagrams/layout32.xml"/><Relationship Id="rId7" Type="http://schemas.openxmlformats.org/officeDocument/2006/relationships/chart" Target="../charts/chart10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diagramLayout" Target="../diagrams/layout33.xml"/><Relationship Id="rId7" Type="http://schemas.openxmlformats.org/officeDocument/2006/relationships/image" Target="../media/image42.emf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13" Type="http://schemas.openxmlformats.org/officeDocument/2006/relationships/diagramData" Target="../diagrams/data36.xml"/><Relationship Id="rId18" Type="http://schemas.openxmlformats.org/officeDocument/2006/relationships/diagramData" Target="../diagrams/data37.xml"/><Relationship Id="rId3" Type="http://schemas.openxmlformats.org/officeDocument/2006/relationships/diagramLayout" Target="../diagrams/layout34.xml"/><Relationship Id="rId21" Type="http://schemas.openxmlformats.org/officeDocument/2006/relationships/diagramColors" Target="../diagrams/colors37.xml"/><Relationship Id="rId7" Type="http://schemas.openxmlformats.org/officeDocument/2006/relationships/diagramData" Target="../diagrams/data35.xml"/><Relationship Id="rId12" Type="http://schemas.openxmlformats.org/officeDocument/2006/relationships/image" Target="../media/image44.emf"/><Relationship Id="rId17" Type="http://schemas.microsoft.com/office/2007/relationships/diagramDrawing" Target="../diagrams/drawing36.xml"/><Relationship Id="rId2" Type="http://schemas.openxmlformats.org/officeDocument/2006/relationships/diagramData" Target="../diagrams/data34.xml"/><Relationship Id="rId16" Type="http://schemas.openxmlformats.org/officeDocument/2006/relationships/diagramColors" Target="../diagrams/colors36.xml"/><Relationship Id="rId20" Type="http://schemas.openxmlformats.org/officeDocument/2006/relationships/diagramQuickStyle" Target="../diagrams/quickStyle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5" Type="http://schemas.openxmlformats.org/officeDocument/2006/relationships/diagramQuickStyle" Target="../diagrams/quickStyle36.xml"/><Relationship Id="rId10" Type="http://schemas.openxmlformats.org/officeDocument/2006/relationships/diagramColors" Target="../diagrams/colors35.xml"/><Relationship Id="rId19" Type="http://schemas.openxmlformats.org/officeDocument/2006/relationships/diagramLayout" Target="../diagrams/layout37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Relationship Id="rId14" Type="http://schemas.openxmlformats.org/officeDocument/2006/relationships/diagramLayout" Target="../diagrams/layout36.xml"/><Relationship Id="rId22" Type="http://schemas.microsoft.com/office/2007/relationships/diagramDrawing" Target="../diagrams/drawing3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7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8" descr="ppt1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75" y="0"/>
            <a:ext cx="9140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/>
          <p:nvPr/>
        </p:nvSpPr>
        <p:spPr bwMode="auto">
          <a:xfrm>
            <a:off x="769938" y="3759200"/>
            <a:ext cx="2365375" cy="2395538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7172" name="Picture 10" descr="C:\Users\Chris\Desktop\ppt-jpg2\4.jpg"/>
          <p:cNvPicPr>
            <a:picLocks noChangeAspect="1" noChangeArrowheads="1"/>
          </p:cNvPicPr>
          <p:nvPr/>
        </p:nvPicPr>
        <p:blipFill>
          <a:blip r:embed="rId4" cstate="print"/>
          <a:srcRect l="28371" t="61636"/>
          <a:stretch>
            <a:fillRect/>
          </a:stretch>
        </p:blipFill>
        <p:spPr bwMode="auto">
          <a:xfrm>
            <a:off x="3135313" y="3759200"/>
            <a:ext cx="5500687" cy="236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22" descr="C:\Users\Chris\Desktop\ppt设计\素材\2副本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76300" y="3848100"/>
            <a:ext cx="216217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23" descr="C:\Users\Chris\Desktop\ppt设计\素材\3副本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2100" y="6110288"/>
            <a:ext cx="8535988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5" name="Rectangle 5"/>
          <p:cNvSpPr>
            <a:spLocks noChangeArrowheads="1"/>
          </p:cNvSpPr>
          <p:nvPr/>
        </p:nvSpPr>
        <p:spPr bwMode="auto">
          <a:xfrm>
            <a:off x="752475" y="1911350"/>
            <a:ext cx="7813675" cy="1200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4200" b="1" dirty="0" smtClean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跨行业多</a:t>
            </a:r>
            <a:r>
              <a:rPr lang="zh-CN" altLang="en-US" sz="42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因子对冲策略</a:t>
            </a:r>
            <a:endParaRPr lang="en-US" altLang="zh-CN" sz="4200" b="1" dirty="0">
              <a:solidFill>
                <a:srgbClr val="C00000"/>
              </a:solidFill>
              <a:ea typeface="楷体_GB2312" pitchFamily="49" charset="-122"/>
              <a:cs typeface="Times New Roman" pitchFamily="18" charset="0"/>
            </a:endParaRPr>
          </a:p>
          <a:p>
            <a:pPr algn="ctr"/>
            <a:r>
              <a:rPr lang="en-US" altLang="zh-CN" sz="3000" b="1" dirty="0" smtClean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——《</a:t>
            </a:r>
            <a:r>
              <a:rPr lang="zh-CN" altLang="en-US" sz="3000" b="1" dirty="0" smtClean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追踪行业特点</a:t>
            </a:r>
            <a:r>
              <a:rPr lang="zh-CN" altLang="zh-CN" sz="3000" b="1" dirty="0" smtClean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zh-CN" altLang="en-US" sz="3000" b="1" dirty="0" smtClean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捕获行业</a:t>
            </a:r>
            <a:r>
              <a:rPr lang="en-US" altLang="zh-CN" sz="3000" b="1" dirty="0" smtClean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ALPHA</a:t>
            </a:r>
            <a:r>
              <a:rPr lang="zh-CN" altLang="en-US" sz="3000" b="1" dirty="0" smtClean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驱动力</a:t>
            </a:r>
            <a:r>
              <a:rPr lang="en-US" altLang="zh-CN" sz="3000" b="1" dirty="0" smtClean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》</a:t>
            </a:r>
            <a:endParaRPr lang="zh-CN" altLang="en-US" sz="30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176" name="Rectangle 6"/>
          <p:cNvSpPr>
            <a:spLocks noChangeArrowheads="1"/>
          </p:cNvSpPr>
          <p:nvPr/>
        </p:nvSpPr>
        <p:spPr bwMode="auto">
          <a:xfrm>
            <a:off x="3489325" y="4278313"/>
            <a:ext cx="4967288" cy="1130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lnSpc>
                <a:spcPct val="125000"/>
              </a:lnSpc>
            </a:pPr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                                                   </a:t>
            </a:r>
            <a:r>
              <a:rPr lang="zh-CN" altLang="en-US" b="1" dirty="0" smtClean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李明</a:t>
            </a:r>
            <a:endParaRPr lang="zh-CN" altLang="en-US" b="1" dirty="0">
              <a:solidFill>
                <a:schemeClr val="bg1"/>
              </a:solidFill>
              <a:ea typeface="楷体_GB2312" pitchFamily="49" charset="-122"/>
              <a:cs typeface="Times New Roman" pitchFamily="18" charset="0"/>
            </a:endParaRPr>
          </a:p>
          <a:p>
            <a:pPr algn="r">
              <a:lnSpc>
                <a:spcPct val="125000"/>
              </a:lnSpc>
            </a:pPr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广发证券金融工程                                                                   </a:t>
            </a:r>
          </a:p>
          <a:p>
            <a:pPr algn="r">
              <a:lnSpc>
                <a:spcPct val="125000"/>
              </a:lnSpc>
            </a:pPr>
            <a:r>
              <a:rPr lang="en-US" altLang="zh-CN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                                                              2012</a:t>
            </a:r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月</a:t>
            </a:r>
            <a:endParaRPr lang="en-US" altLang="zh-CN" b="1" dirty="0">
              <a:solidFill>
                <a:schemeClr val="bg1"/>
              </a:solidFill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 bwMode="auto">
          <a:xfrm>
            <a:off x="512763" y="1811338"/>
            <a:ext cx="8158162" cy="4262437"/>
          </a:xfrm>
          <a:prstGeom prst="rect">
            <a:avLst/>
          </a:prstGeom>
          <a:noFill/>
          <a:ln w="101600">
            <a:solidFill>
              <a:srgbClr val="2828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zh-CN" altLang="en-US">
              <a:solidFill>
                <a:srgbClr val="003399"/>
              </a:solidFill>
              <a:latin typeface="黑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5188" y="2389188"/>
            <a:ext cx="7119937" cy="267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indent="363538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一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、全市场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vs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逐行业多因子策略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二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、行业内多因子选股框架</a:t>
            </a:r>
            <a:endParaRPr lang="zh-CN" altLang="en-US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三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、近三年行业有效因子</a:t>
            </a:r>
            <a:endParaRPr lang="zh-CN" altLang="en-US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四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、跨行业多因子策略表现</a:t>
            </a:r>
            <a:endParaRPr lang="zh-CN" altLang="en-US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3589338" y="1082675"/>
            <a:ext cx="1536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zh-CN" altLang="en-US" sz="3200" b="1">
                <a:solidFill>
                  <a:srgbClr val="232391"/>
                </a:solidFill>
                <a:latin typeface="黑体" pitchFamily="49" charset="-122"/>
                <a:ea typeface="黑体" pitchFamily="49" charset="-122"/>
              </a:rPr>
              <a:t>目  录</a:t>
            </a: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A02208-3B7D-402C-B4C9-9F33BDD1FD0B}" type="slidenum">
              <a:rPr lang="zh-CN" altLang="en-US" smtClean="0"/>
              <a:pPr/>
              <a:t>2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A02208-3B7D-402C-B4C9-9F33BDD1FD0B}" type="slidenum">
              <a:rPr lang="zh-CN" altLang="en-US" smtClean="0"/>
              <a:pPr/>
              <a:t>3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graphicFrame>
        <p:nvGraphicFramePr>
          <p:cNvPr id="7" name="图示 6"/>
          <p:cNvGraphicFramePr/>
          <p:nvPr/>
        </p:nvGraphicFramePr>
        <p:xfrm>
          <a:off x="1524000" y="1484087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矩形 21"/>
          <p:cNvSpPr>
            <a:spLocks noChangeArrowheads="1"/>
          </p:cNvSpPr>
          <p:nvPr/>
        </p:nvSpPr>
        <p:spPr bwMode="auto">
          <a:xfrm>
            <a:off x="4048352" y="217715"/>
            <a:ext cx="5313363" cy="656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ea typeface="楷体_GB2312"/>
              </a:rPr>
              <a:t>全市场</a:t>
            </a:r>
            <a:r>
              <a:rPr lang="en-US" altLang="zh-CN" sz="2800" b="1" dirty="0" err="1">
                <a:solidFill>
                  <a:srgbClr val="C00000"/>
                </a:solidFill>
                <a:ea typeface="楷体_GB231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/>
              </a:rPr>
              <a:t>逐行业多因子策略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A02208-3B7D-402C-B4C9-9F33BDD1FD0B}" type="slidenum">
              <a:rPr lang="zh-CN" altLang="en-US" smtClean="0"/>
              <a:pPr/>
              <a:t>4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8" name="矩形 21"/>
          <p:cNvSpPr>
            <a:spLocks noChangeArrowheads="1"/>
          </p:cNvSpPr>
          <p:nvPr/>
        </p:nvSpPr>
        <p:spPr bwMode="auto">
          <a:xfrm>
            <a:off x="4194175" y="242662"/>
            <a:ext cx="5313363" cy="656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ea typeface="楷体_GB2312"/>
              </a:rPr>
              <a:t>全市场</a:t>
            </a:r>
            <a:r>
              <a:rPr lang="en-US" altLang="zh-CN" sz="2800" b="1" dirty="0" err="1">
                <a:solidFill>
                  <a:srgbClr val="C00000"/>
                </a:solidFill>
                <a:ea typeface="楷体_GB231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/>
              </a:rPr>
              <a:t>逐行业多因子策略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7714" y="1117600"/>
            <a:ext cx="5370286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农林牧渔行业</a:t>
            </a:r>
            <a:r>
              <a:rPr lang="en-US" altLang="zh-CN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EP</a:t>
            </a:r>
            <a:r>
              <a:rPr lang="zh-CN" altLang="en-US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因子</a:t>
            </a:r>
            <a:r>
              <a:rPr lang="en-US" altLang="zh-CN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IC </a:t>
            </a:r>
            <a:r>
              <a:rPr lang="en-US" altLang="zh-CN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VS </a:t>
            </a:r>
            <a:r>
              <a:rPr lang="zh-CN" altLang="en-US" b="1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全</a:t>
            </a:r>
            <a:r>
              <a:rPr lang="zh-CN" altLang="en-US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市场流通市值因子</a:t>
            </a:r>
            <a:r>
              <a:rPr lang="en-US" altLang="zh-CN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IC </a:t>
            </a:r>
            <a:endParaRPr lang="zh-CN" altLang="en-US" b="1" dirty="0">
              <a:solidFill>
                <a:schemeClr val="accent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2699658" y="2336799"/>
            <a:ext cx="4325257" cy="798286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rgbClr val="003399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410482" y="1694543"/>
          <a:ext cx="819649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矩形标注 11"/>
          <p:cNvSpPr/>
          <p:nvPr/>
        </p:nvSpPr>
        <p:spPr bwMode="auto">
          <a:xfrm>
            <a:off x="2670856" y="3591606"/>
            <a:ext cx="1901825" cy="1771423"/>
          </a:xfrm>
          <a:prstGeom prst="wedgeRectCallout">
            <a:avLst>
              <a:gd name="adj1" fmla="val -6116"/>
              <a:gd name="adj2" fmla="val -7523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/>
              <a:t>EP</a:t>
            </a:r>
            <a:r>
              <a:rPr lang="zh-CN" altLang="en-US" dirty="0" smtClean="0"/>
              <a:t>因子在农林牧渔行业</a:t>
            </a:r>
            <a:r>
              <a:rPr lang="zh-CN" altLang="en-US" dirty="0"/>
              <a:t>的</a:t>
            </a:r>
            <a:r>
              <a:rPr lang="zh-CN" altLang="en-US" dirty="0" smtClean="0"/>
              <a:t>有效性一直显著</a:t>
            </a:r>
            <a:r>
              <a:rPr lang="zh-CN" altLang="en-US" dirty="0"/>
              <a:t>好于全市场</a:t>
            </a:r>
          </a:p>
          <a:p>
            <a:pPr algn="ctr">
              <a:defRPr/>
            </a:pPr>
            <a:endParaRPr lang="zh-CN" altLang="en-US" dirty="0">
              <a:solidFill>
                <a:schemeClr val="bg1"/>
              </a:solidFill>
              <a:latin typeface="黑体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A02208-3B7D-402C-B4C9-9F33BDD1FD0B}" type="slidenum">
              <a:rPr lang="zh-CN" altLang="en-US" smtClean="0"/>
              <a:pPr/>
              <a:t>5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8" name="矩形 21"/>
          <p:cNvSpPr>
            <a:spLocks noChangeArrowheads="1"/>
          </p:cNvSpPr>
          <p:nvPr/>
        </p:nvSpPr>
        <p:spPr bwMode="auto">
          <a:xfrm>
            <a:off x="4222522" y="174171"/>
            <a:ext cx="5313363" cy="656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ea typeface="楷体_GB2312"/>
              </a:rPr>
              <a:t>全市场</a:t>
            </a:r>
            <a:r>
              <a:rPr lang="en-US" altLang="zh-CN" sz="2800" b="1" dirty="0" err="1">
                <a:solidFill>
                  <a:srgbClr val="C00000"/>
                </a:solidFill>
                <a:ea typeface="楷体_GB231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/>
              </a:rPr>
              <a:t>逐行业多因子策略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5771" y="957943"/>
            <a:ext cx="5500915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金融</a:t>
            </a:r>
            <a:r>
              <a:rPr lang="zh-CN" altLang="en-US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行业流通市值因子</a:t>
            </a:r>
            <a:r>
              <a:rPr lang="en-US" altLang="zh-CN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IC </a:t>
            </a:r>
            <a:r>
              <a:rPr lang="en-US" altLang="zh-CN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VS </a:t>
            </a:r>
            <a:r>
              <a:rPr lang="zh-CN" altLang="en-US" b="1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全</a:t>
            </a:r>
            <a:r>
              <a:rPr lang="zh-CN" altLang="en-US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市场流通市值因子</a:t>
            </a:r>
            <a:r>
              <a:rPr lang="en-US" altLang="zh-CN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IC </a:t>
            </a:r>
            <a:endParaRPr lang="zh-CN" altLang="en-US" b="1" dirty="0">
              <a:solidFill>
                <a:schemeClr val="accent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3802743" y="2902856"/>
            <a:ext cx="4325257" cy="798286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rgbClr val="003399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0" name="图表 9"/>
          <p:cNvGraphicFramePr/>
          <p:nvPr/>
        </p:nvGraphicFramePr>
        <p:xfrm>
          <a:off x="410481" y="1394505"/>
          <a:ext cx="8312605" cy="3343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矩形标注 11"/>
          <p:cNvSpPr/>
          <p:nvPr/>
        </p:nvSpPr>
        <p:spPr bwMode="auto">
          <a:xfrm>
            <a:off x="4049714" y="4128633"/>
            <a:ext cx="1901825" cy="1771423"/>
          </a:xfrm>
          <a:prstGeom prst="wedgeRectCallout">
            <a:avLst>
              <a:gd name="adj1" fmla="val -6116"/>
              <a:gd name="adj2" fmla="val -7523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06</a:t>
            </a:r>
            <a:r>
              <a:rPr lang="zh-CN" altLang="en-US" dirty="0"/>
              <a:t>年开始流通市值因子</a:t>
            </a:r>
            <a:r>
              <a:rPr lang="zh-CN" altLang="en-US" dirty="0" smtClean="0"/>
              <a:t>在金融行业</a:t>
            </a:r>
            <a:r>
              <a:rPr lang="zh-CN" altLang="en-US" dirty="0"/>
              <a:t>的有效性显著好于全市场</a:t>
            </a:r>
          </a:p>
          <a:p>
            <a:pPr algn="ctr">
              <a:defRPr/>
            </a:pPr>
            <a:endParaRPr lang="zh-CN" altLang="en-US" dirty="0">
              <a:solidFill>
                <a:schemeClr val="bg1"/>
              </a:solidFill>
              <a:latin typeface="黑体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矩形 21"/>
          <p:cNvSpPr>
            <a:spLocks noChangeArrowheads="1"/>
          </p:cNvSpPr>
          <p:nvPr/>
        </p:nvSpPr>
        <p:spPr bwMode="auto">
          <a:xfrm>
            <a:off x="3062514" y="199118"/>
            <a:ext cx="672306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      行业 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全市场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研究思路</a:t>
            </a:r>
          </a:p>
        </p:txBody>
      </p:sp>
      <p:grpSp>
        <p:nvGrpSpPr>
          <p:cNvPr id="22537" name="组合 52"/>
          <p:cNvGrpSpPr>
            <a:grpSpLocks/>
          </p:cNvGrpSpPr>
          <p:nvPr/>
        </p:nvGrpSpPr>
        <p:grpSpPr bwMode="auto">
          <a:xfrm>
            <a:off x="241753" y="1175885"/>
            <a:ext cx="7842704" cy="5282972"/>
            <a:chOff x="77787" y="308932"/>
            <a:chExt cx="8567738" cy="6432436"/>
          </a:xfrm>
        </p:grpSpPr>
        <p:grpSp>
          <p:nvGrpSpPr>
            <p:cNvPr id="22543" name="组合 18"/>
            <p:cNvGrpSpPr>
              <a:grpSpLocks/>
            </p:cNvGrpSpPr>
            <p:nvPr/>
          </p:nvGrpSpPr>
          <p:grpSpPr bwMode="auto">
            <a:xfrm>
              <a:off x="77787" y="308932"/>
              <a:ext cx="5811838" cy="4032254"/>
              <a:chOff x="-2391818" y="1333792"/>
              <a:chExt cx="6604001" cy="4402671"/>
            </a:xfrm>
          </p:grpSpPr>
          <p:grpSp>
            <p:nvGrpSpPr>
              <p:cNvPr id="22556" name="组合 17"/>
              <p:cNvGrpSpPr>
                <a:grpSpLocks/>
              </p:cNvGrpSpPr>
              <p:nvPr/>
            </p:nvGrpSpPr>
            <p:grpSpPr bwMode="auto">
              <a:xfrm>
                <a:off x="-2391818" y="1333792"/>
                <a:ext cx="6604001" cy="4402671"/>
                <a:chOff x="-2391818" y="1333792"/>
                <a:chExt cx="6604001" cy="4402671"/>
              </a:xfrm>
            </p:grpSpPr>
            <p:grpSp>
              <p:nvGrpSpPr>
                <p:cNvPr id="5" name="组合 13"/>
                <p:cNvGrpSpPr/>
                <p:nvPr/>
              </p:nvGrpSpPr>
              <p:grpSpPr>
                <a:xfrm>
                  <a:off x="920552" y="2420889"/>
                  <a:ext cx="874823" cy="869111"/>
                  <a:chOff x="351650" y="968788"/>
                  <a:chExt cx="874823" cy="941119"/>
                </a:xfrm>
                <a:solidFill>
                  <a:schemeClr val="accent6"/>
                </a:solidFill>
              </p:grpSpPr>
              <p:sp>
                <p:nvSpPr>
                  <p:cNvPr id="35" name="椭圆 34"/>
                  <p:cNvSpPr/>
                  <p:nvPr/>
                </p:nvSpPr>
                <p:spPr>
                  <a:xfrm>
                    <a:off x="351650" y="968788"/>
                    <a:ext cx="874823" cy="941119"/>
                  </a:xfrm>
                  <a:prstGeom prst="ellipse">
                    <a:avLst/>
                  </a:prstGeom>
                  <a:grpFill/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0" name="椭圆 4"/>
                  <p:cNvSpPr/>
                  <p:nvPr/>
                </p:nvSpPr>
                <p:spPr>
                  <a:xfrm>
                    <a:off x="452352" y="1258048"/>
                    <a:ext cx="709218" cy="320554"/>
                  </a:xfrm>
                  <a:prstGeom prst="rect">
                    <a:avLst/>
                  </a:prstGeom>
                  <a:grpFill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24130" tIns="24130" rIns="24130" bIns="24130" spcCol="1270" anchor="ctr"/>
                  <a:lstStyle/>
                  <a:p>
                    <a:pPr defTabSz="844550">
                      <a:lnSpc>
                        <a:spcPct val="90000"/>
                      </a:lnSpc>
                      <a:spcAft>
                        <a:spcPct val="35000"/>
                      </a:spcAft>
                      <a:defRPr/>
                    </a:pPr>
                    <a:r>
                      <a:rPr lang="zh-CN" altLang="en-US" sz="1400" dirty="0"/>
                      <a:t>规模</a:t>
                    </a:r>
                  </a:p>
                </p:txBody>
              </p:sp>
            </p:grpSp>
            <p:sp>
              <p:nvSpPr>
                <p:cNvPr id="29" name="椭圆 28"/>
                <p:cNvSpPr/>
                <p:nvPr/>
              </p:nvSpPr>
              <p:spPr>
                <a:xfrm>
                  <a:off x="633068" y="2925018"/>
                  <a:ext cx="876435" cy="900780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graphicFrame>
              <p:nvGraphicFramePr>
                <p:cNvPr id="30" name="图示 29"/>
                <p:cNvGraphicFramePr/>
                <p:nvPr/>
              </p:nvGraphicFramePr>
              <p:xfrm>
                <a:off x="-2391818" y="1333792"/>
                <a:ext cx="6604001" cy="4402671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2" r:lo="rId3" r:qs="rId4" r:cs="rId5"/>
                </a:graphicData>
              </a:graphic>
            </p:graphicFrame>
            <p:grpSp>
              <p:nvGrpSpPr>
                <p:cNvPr id="6" name="组合 9"/>
                <p:cNvGrpSpPr/>
                <p:nvPr/>
              </p:nvGrpSpPr>
              <p:grpSpPr>
                <a:xfrm>
                  <a:off x="632520" y="1716885"/>
                  <a:ext cx="874823" cy="869113"/>
                  <a:chOff x="787043" y="783857"/>
                  <a:chExt cx="874823" cy="941121"/>
                </a:xfrm>
                <a:solidFill>
                  <a:schemeClr val="accent6"/>
                </a:solidFill>
              </p:grpSpPr>
              <p:sp>
                <p:nvSpPr>
                  <p:cNvPr id="33" name="椭圆 32"/>
                  <p:cNvSpPr/>
                  <p:nvPr/>
                </p:nvSpPr>
                <p:spPr>
                  <a:xfrm>
                    <a:off x="787043" y="783857"/>
                    <a:ext cx="874823" cy="941121"/>
                  </a:xfrm>
                  <a:prstGeom prst="ellipse">
                    <a:avLst/>
                  </a:prstGeom>
                  <a:grpFill/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4" name="椭圆 4"/>
                  <p:cNvSpPr/>
                  <p:nvPr/>
                </p:nvSpPr>
                <p:spPr>
                  <a:xfrm>
                    <a:off x="931059" y="993983"/>
                    <a:ext cx="618593" cy="425664"/>
                  </a:xfrm>
                  <a:prstGeom prst="rect">
                    <a:avLst/>
                  </a:prstGeom>
                  <a:grpFill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24130" tIns="24130" rIns="24130" bIns="24130" spcCol="1270" anchor="ctr"/>
                  <a:lstStyle/>
                  <a:p>
                    <a:pPr defTabSz="844550">
                      <a:lnSpc>
                        <a:spcPct val="90000"/>
                      </a:lnSpc>
                      <a:spcAft>
                        <a:spcPct val="35000"/>
                      </a:spcAft>
                      <a:defRPr/>
                    </a:pPr>
                    <a:r>
                      <a:rPr lang="zh-CN" altLang="en-US" sz="1400" dirty="0"/>
                      <a:t>流动</a:t>
                    </a:r>
                  </a:p>
                </p:txBody>
              </p:sp>
            </p:grpSp>
          </p:grpSp>
          <p:sp>
            <p:nvSpPr>
              <p:cNvPr id="27" name="椭圆 4"/>
              <p:cNvSpPr/>
              <p:nvPr/>
            </p:nvSpPr>
            <p:spPr>
              <a:xfrm>
                <a:off x="775192" y="3069051"/>
                <a:ext cx="717728" cy="57613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24130" tIns="24130" rIns="24130" bIns="24130" spcCol="1270" anchor="ctr"/>
              <a:lstStyle/>
              <a:p>
                <a:pPr defTabSz="8445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400" dirty="0"/>
                  <a:t>质量</a:t>
                </a:r>
              </a:p>
            </p:txBody>
          </p:sp>
        </p:grpSp>
        <p:sp>
          <p:nvSpPr>
            <p:cNvPr id="22544" name="TextBox 19"/>
            <p:cNvSpPr txBox="1">
              <a:spLocks noChangeArrowheads="1"/>
            </p:cNvSpPr>
            <p:nvPr/>
          </p:nvSpPr>
          <p:spPr bwMode="auto">
            <a:xfrm>
              <a:off x="2161861" y="2961179"/>
              <a:ext cx="1705743" cy="527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统计分析</a:t>
              </a:r>
            </a:p>
          </p:txBody>
        </p:sp>
        <p:graphicFrame>
          <p:nvGraphicFramePr>
            <p:cNvPr id="42" name="图示 41"/>
            <p:cNvGraphicFramePr/>
            <p:nvPr/>
          </p:nvGraphicFramePr>
          <p:xfrm>
            <a:off x="200472" y="3429000"/>
            <a:ext cx="5400600" cy="33123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3" name="AutoShape 3"/>
            <p:cNvSpPr>
              <a:spLocks noChangeArrowheads="1"/>
            </p:cNvSpPr>
            <p:nvPr/>
          </p:nvSpPr>
          <p:spPr bwMode="auto">
            <a:xfrm>
              <a:off x="6752701" y="4228698"/>
              <a:ext cx="1892824" cy="1637423"/>
            </a:xfrm>
            <a:prstGeom prst="hexagon">
              <a:avLst>
                <a:gd name="adj" fmla="val 28904"/>
                <a:gd name="vf" fmla="val 115470"/>
              </a:avLst>
            </a:prstGeom>
            <a:solidFill>
              <a:schemeClr val="accent2"/>
            </a:solidFill>
            <a:ln w="6350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none" lIns="72000" tIns="0" rIns="0" bIns="0" anchor="ctr"/>
            <a:lstStyle/>
            <a:p>
              <a:pPr>
                <a:defRPr/>
              </a:pPr>
              <a:endParaRPr lang="zh-CN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547" name="Text Box 10"/>
            <p:cNvSpPr txBox="1">
              <a:spLocks noChangeArrowheads="1"/>
            </p:cNvSpPr>
            <p:nvPr/>
          </p:nvSpPr>
          <p:spPr bwMode="auto">
            <a:xfrm>
              <a:off x="6740948" y="4611017"/>
              <a:ext cx="1842020" cy="74948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行业内</a:t>
              </a:r>
              <a:endParaRPr lang="en-US" altLang="zh-CN" sz="2000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/>
              <a:r>
                <a:rPr lang="zh-CN" altLang="en-US" sz="2000" dirty="0" smtClean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多</a:t>
              </a:r>
              <a:r>
                <a:rPr lang="zh-CN" altLang="en-US" sz="20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因子策略</a:t>
              </a:r>
            </a:p>
          </p:txBody>
        </p:sp>
        <p:sp>
          <p:nvSpPr>
            <p:cNvPr id="45" name="AutoShape 3"/>
            <p:cNvSpPr>
              <a:spLocks noChangeArrowheads="1"/>
            </p:cNvSpPr>
            <p:nvPr/>
          </p:nvSpPr>
          <p:spPr bwMode="auto">
            <a:xfrm>
              <a:off x="6752701" y="1177896"/>
              <a:ext cx="1892824" cy="1637423"/>
            </a:xfrm>
            <a:prstGeom prst="hexagon">
              <a:avLst>
                <a:gd name="adj" fmla="val 28904"/>
                <a:gd name="vf" fmla="val 115470"/>
              </a:avLst>
            </a:prstGeom>
            <a:solidFill>
              <a:schemeClr val="accent2">
                <a:alpha val="68000"/>
              </a:schemeClr>
            </a:solidFill>
            <a:ln w="6350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hlink"/>
              </a:outerShdw>
            </a:effectLst>
          </p:spPr>
          <p:txBody>
            <a:bodyPr wrap="none" lIns="72000" tIns="0" rIns="0" bIns="0" anchor="ctr"/>
            <a:lstStyle/>
            <a:p>
              <a:pPr algn="ctr">
                <a:defRPr/>
              </a:pPr>
              <a:r>
                <a:rPr lang="zh-CN" altLang="en-US" sz="2000" dirty="0" smtClean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  <a:cs typeface="Arial" pitchFamily="34" charset="0"/>
                </a:rPr>
                <a:t>全市场</a:t>
              </a:r>
              <a:endParaRPr lang="en-US" altLang="zh-CN" sz="2000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Arial" pitchFamily="34" charset="0"/>
              </a:endParaRPr>
            </a:p>
            <a:p>
              <a:pPr algn="ctr">
                <a:defRPr/>
              </a:pPr>
              <a:r>
                <a:rPr lang="zh-CN" altLang="en-US" sz="2000" dirty="0" smtClean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  <a:cs typeface="Arial" pitchFamily="34" charset="0"/>
                </a:rPr>
                <a:t>多</a:t>
              </a:r>
              <a:r>
                <a:rPr lang="zh-CN" altLang="en-US" sz="2000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  <a:cs typeface="Arial" pitchFamily="34" charset="0"/>
                </a:rPr>
                <a:t>因子策略</a:t>
              </a:r>
            </a:p>
          </p:txBody>
        </p:sp>
        <p:sp>
          <p:nvSpPr>
            <p:cNvPr id="22549" name="右箭头 32"/>
            <p:cNvSpPr>
              <a:spLocks noChangeArrowheads="1"/>
            </p:cNvSpPr>
            <p:nvPr/>
          </p:nvSpPr>
          <p:spPr bwMode="auto">
            <a:xfrm>
              <a:off x="5024438" y="1196975"/>
              <a:ext cx="1657350" cy="1584325"/>
            </a:xfrm>
            <a:prstGeom prst="rightArrow">
              <a:avLst>
                <a:gd name="adj1" fmla="val 50000"/>
                <a:gd name="adj2" fmla="val 50028"/>
              </a:avLst>
            </a:prstGeom>
            <a:solidFill>
              <a:srgbClr val="FFC000">
                <a:alpha val="52940"/>
              </a:srgbClr>
            </a:solidFill>
            <a:ln w="12700" algn="ctr">
              <a:noFill/>
              <a:round/>
              <a:headEnd type="none" w="sm" len="sm"/>
              <a:tailEnd type="none" w="sm" len="sm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2550" name="右箭头 33"/>
            <p:cNvSpPr>
              <a:spLocks noChangeArrowheads="1"/>
            </p:cNvSpPr>
            <p:nvPr/>
          </p:nvSpPr>
          <p:spPr bwMode="auto">
            <a:xfrm>
              <a:off x="5024438" y="4292600"/>
              <a:ext cx="1657350" cy="1584325"/>
            </a:xfrm>
            <a:prstGeom prst="rightArrow">
              <a:avLst>
                <a:gd name="adj1" fmla="val 50000"/>
                <a:gd name="adj2" fmla="val 50028"/>
              </a:avLst>
            </a:prstGeom>
            <a:solidFill>
              <a:srgbClr val="FFC000">
                <a:alpha val="83136"/>
              </a:srgbClr>
            </a:solidFill>
            <a:ln w="12700" algn="ctr">
              <a:noFill/>
              <a:round/>
              <a:headEnd type="none" w="sm" len="sm"/>
              <a:tailEnd type="none" w="sm" len="sm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2551" name="TextBox 34"/>
            <p:cNvSpPr txBox="1">
              <a:spLocks noChangeArrowheads="1"/>
            </p:cNvSpPr>
            <p:nvPr/>
          </p:nvSpPr>
          <p:spPr bwMode="auto">
            <a:xfrm>
              <a:off x="7220560" y="3178824"/>
              <a:ext cx="1130015" cy="738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3400">
                  <a:solidFill>
                    <a:srgbClr val="FF0000"/>
                  </a:solidFill>
                  <a:latin typeface="Comic Sans MS" pitchFamily="66" charset="0"/>
                </a:rPr>
                <a:t>VS</a:t>
              </a:r>
              <a:endParaRPr lang="zh-CN" altLang="en-US" sz="3400">
                <a:solidFill>
                  <a:srgbClr val="FF0000"/>
                </a:solidFill>
                <a:latin typeface="Comic Sans MS" pitchFamily="66" charset="0"/>
              </a:endParaRPr>
            </a:p>
          </p:txBody>
        </p:sp>
        <p:sp>
          <p:nvSpPr>
            <p:cNvPr id="49" name="TextBox 19"/>
            <p:cNvSpPr txBox="1">
              <a:spLocks noChangeArrowheads="1"/>
            </p:cNvSpPr>
            <p:nvPr/>
          </p:nvSpPr>
          <p:spPr bwMode="auto">
            <a:xfrm>
              <a:off x="3586183" y="3500023"/>
              <a:ext cx="1511340" cy="498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accent6">
                      <a:lumMod val="50000"/>
                    </a:schemeClr>
                  </a:solidFill>
                  <a:latin typeface="楷体_GB2312" pitchFamily="49" charset="-122"/>
                  <a:ea typeface="楷体_GB2312" pitchFamily="49" charset="-122"/>
                  <a:cs typeface="Arial" pitchFamily="34" charset="0"/>
                </a:rPr>
                <a:t>有效因子</a:t>
              </a:r>
            </a:p>
          </p:txBody>
        </p:sp>
        <p:sp>
          <p:nvSpPr>
            <p:cNvPr id="50" name="TextBox 19"/>
            <p:cNvSpPr txBox="1">
              <a:spLocks noChangeArrowheads="1"/>
            </p:cNvSpPr>
            <p:nvPr/>
          </p:nvSpPr>
          <p:spPr bwMode="auto">
            <a:xfrm>
              <a:off x="861729" y="3517696"/>
              <a:ext cx="1511341" cy="498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accent6">
                      <a:lumMod val="50000"/>
                    </a:schemeClr>
                  </a:solidFill>
                  <a:latin typeface="楷体_GB2312" pitchFamily="49" charset="-122"/>
                  <a:ea typeface="楷体_GB2312" pitchFamily="49" charset="-122"/>
                  <a:cs typeface="Arial" pitchFamily="34" charset="0"/>
                </a:rPr>
                <a:t>有效因子</a:t>
              </a:r>
            </a:p>
          </p:txBody>
        </p:sp>
        <p:sp>
          <p:nvSpPr>
            <p:cNvPr id="51" name="TextBox 19"/>
            <p:cNvSpPr txBox="1">
              <a:spLocks noChangeArrowheads="1"/>
            </p:cNvSpPr>
            <p:nvPr/>
          </p:nvSpPr>
          <p:spPr bwMode="auto">
            <a:xfrm>
              <a:off x="3586183" y="6205332"/>
              <a:ext cx="1511340" cy="500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accent6">
                      <a:lumMod val="50000"/>
                    </a:schemeClr>
                  </a:solidFill>
                  <a:latin typeface="楷体_GB2312" pitchFamily="49" charset="-122"/>
                  <a:ea typeface="楷体_GB2312" pitchFamily="49" charset="-122"/>
                  <a:cs typeface="Arial" pitchFamily="34" charset="0"/>
                </a:rPr>
                <a:t>有效因子</a:t>
              </a:r>
            </a:p>
          </p:txBody>
        </p:sp>
        <p:sp>
          <p:nvSpPr>
            <p:cNvPr id="52" name="TextBox 19"/>
            <p:cNvSpPr txBox="1">
              <a:spLocks noChangeArrowheads="1"/>
            </p:cNvSpPr>
            <p:nvPr/>
          </p:nvSpPr>
          <p:spPr bwMode="auto">
            <a:xfrm>
              <a:off x="703169" y="6205332"/>
              <a:ext cx="1511341" cy="500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accent6">
                      <a:lumMod val="50000"/>
                    </a:schemeClr>
                  </a:solidFill>
                  <a:latin typeface="楷体_GB2312" pitchFamily="49" charset="-122"/>
                  <a:ea typeface="楷体_GB2312" pitchFamily="49" charset="-122"/>
                  <a:cs typeface="Arial" pitchFamily="34" charset="0"/>
                </a:rPr>
                <a:t>有效因子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 bwMode="auto">
          <a:xfrm>
            <a:off x="512763" y="1811338"/>
            <a:ext cx="8158162" cy="4262437"/>
          </a:xfrm>
          <a:prstGeom prst="rect">
            <a:avLst/>
          </a:prstGeom>
          <a:noFill/>
          <a:ln w="101600">
            <a:solidFill>
              <a:srgbClr val="2828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zh-CN" altLang="en-US">
              <a:solidFill>
                <a:srgbClr val="003399"/>
              </a:solidFill>
              <a:latin typeface="黑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5188" y="2389188"/>
            <a:ext cx="7119937" cy="267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indent="363538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一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、全市场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vs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逐行业多因子策略</a:t>
            </a:r>
            <a:endParaRPr lang="en-US" altLang="zh-CN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二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、行业内多因子选股框架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三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、近三年行业有效因子</a:t>
            </a:r>
            <a:endParaRPr lang="zh-CN" altLang="en-US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四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、跨行业多因子策略表现</a:t>
            </a:r>
            <a:endParaRPr lang="zh-CN" altLang="en-US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3589338" y="1082675"/>
            <a:ext cx="1536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zh-CN" altLang="en-US" sz="3200" b="1">
                <a:solidFill>
                  <a:srgbClr val="232391"/>
                </a:solidFill>
                <a:latin typeface="黑体" pitchFamily="49" charset="-122"/>
                <a:ea typeface="黑体" pitchFamily="49" charset="-122"/>
              </a:rPr>
              <a:t>目  录</a:t>
            </a: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A02208-3B7D-402C-B4C9-9F33BDD1FD0B}" type="slidenum">
              <a:rPr lang="zh-CN" altLang="en-US" smtClean="0"/>
              <a:pPr/>
              <a:t>7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6634163" y="3303588"/>
            <a:ext cx="2103437" cy="2497137"/>
          </a:xfrm>
          <a:prstGeom prst="rect">
            <a:avLst/>
          </a:prstGeom>
          <a:solidFill>
            <a:srgbClr val="FF0000">
              <a:alpha val="21176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3541713" y="2178050"/>
            <a:ext cx="2214562" cy="3148013"/>
          </a:xfrm>
          <a:prstGeom prst="rect">
            <a:avLst/>
          </a:prstGeom>
          <a:solidFill>
            <a:srgbClr val="FF0000">
              <a:alpha val="21176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7" name="矩形 66"/>
          <p:cNvSpPr/>
          <p:nvPr/>
        </p:nvSpPr>
        <p:spPr bwMode="auto">
          <a:xfrm>
            <a:off x="1873250" y="2841625"/>
            <a:ext cx="404813" cy="1755775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数</a:t>
            </a:r>
            <a:endParaRPr lang="en-US" altLang="zh-CN" sz="2000" dirty="0">
              <a:solidFill>
                <a:schemeClr val="bg1"/>
              </a:solidFill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据</a:t>
            </a:r>
            <a:endParaRPr lang="en-US" altLang="zh-CN" sz="2000" dirty="0">
              <a:solidFill>
                <a:schemeClr val="bg1"/>
              </a:solidFill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预</a:t>
            </a:r>
            <a:endParaRPr lang="en-US" altLang="zh-CN" sz="2000" dirty="0">
              <a:solidFill>
                <a:schemeClr val="bg1"/>
              </a:solidFill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处</a:t>
            </a:r>
            <a:endParaRPr lang="en-US" altLang="zh-CN" sz="2000" dirty="0">
              <a:solidFill>
                <a:schemeClr val="bg1"/>
              </a:solidFill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理 </a:t>
            </a:r>
          </a:p>
        </p:txBody>
      </p:sp>
      <p:sp>
        <p:nvSpPr>
          <p:cNvPr id="35" name="矩形 34"/>
          <p:cNvSpPr/>
          <p:nvPr/>
        </p:nvSpPr>
        <p:spPr bwMode="auto">
          <a:xfrm>
            <a:off x="254000" y="3930650"/>
            <a:ext cx="1214438" cy="583293"/>
          </a:xfrm>
          <a:prstGeom prst="rect">
            <a:avLst/>
          </a:prstGeom>
          <a:ln w="19050">
            <a:solidFill>
              <a:schemeClr val="accent6"/>
            </a:solidFill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行业内个</a:t>
            </a:r>
            <a:r>
              <a:rPr lang="zh-CN" altLang="en-US" sz="2000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股收益</a:t>
            </a:r>
          </a:p>
        </p:txBody>
      </p:sp>
      <p:sp>
        <p:nvSpPr>
          <p:cNvPr id="34" name="矩形 33"/>
          <p:cNvSpPr/>
          <p:nvPr/>
        </p:nvSpPr>
        <p:spPr bwMode="auto">
          <a:xfrm>
            <a:off x="254000" y="2902857"/>
            <a:ext cx="1214438" cy="622981"/>
          </a:xfrm>
          <a:prstGeom prst="rect">
            <a:avLst/>
          </a:prstGeom>
          <a:ln w="19050">
            <a:solidFill>
              <a:schemeClr val="accent6"/>
            </a:solidFill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行业因子</a:t>
            </a:r>
            <a:r>
              <a:rPr lang="zh-CN" altLang="en-US" sz="2000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暴露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207963" y="2713038"/>
            <a:ext cx="2149475" cy="1981200"/>
          </a:xfrm>
          <a:prstGeom prst="rect">
            <a:avLst/>
          </a:prstGeom>
          <a:solidFill>
            <a:srgbClr val="FF0000">
              <a:alpha val="21176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268288" y="1066800"/>
          <a:ext cx="8475664" cy="5375009"/>
        </p:xfrm>
        <a:graphic>
          <a:graphicData uri="http://schemas.openxmlformats.org/drawingml/2006/table">
            <a:tbl>
              <a:tblPr/>
              <a:tblGrid>
                <a:gridCol w="8475664"/>
              </a:tblGrid>
              <a:tr h="316588">
                <a:tc>
                  <a:txBody>
                    <a:bodyPr/>
                    <a:lstStyle/>
                    <a:p>
                      <a:pPr indent="109220" algn="l">
                        <a:spcAft>
                          <a:spcPts val="0"/>
                        </a:spcAft>
                      </a:pPr>
                      <a:r>
                        <a:rPr lang="zh-CN" altLang="zh-CN" sz="1600" b="0" kern="100" dirty="0" smtClean="0"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/>
                        </a:rPr>
                        <a:t>基于</a:t>
                      </a:r>
                      <a:r>
                        <a:rPr lang="zh-CN" altLang="en-US" sz="1600" b="0" kern="100" dirty="0" smtClean="0"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/>
                        </a:rPr>
                        <a:t>行业内</a:t>
                      </a:r>
                      <a:r>
                        <a:rPr lang="zh-CN" altLang="zh-CN" sz="1600" b="0" kern="100" dirty="0" smtClean="0"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/>
                        </a:rPr>
                        <a:t>多因子的</a:t>
                      </a:r>
                      <a:r>
                        <a:rPr lang="en-US" altLang="zh-CN" sz="1600" b="0" kern="100" dirty="0" smtClean="0"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/>
                        </a:rPr>
                        <a:t>alpha</a:t>
                      </a:r>
                      <a:r>
                        <a:rPr lang="zh-CN" altLang="zh-CN" sz="1600" b="0" kern="100" dirty="0" smtClean="0"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/>
                        </a:rPr>
                        <a:t>策略框架</a:t>
                      </a:r>
                      <a:endParaRPr lang="zh-CN" altLang="zh-CN" sz="1600" b="0" kern="100" dirty="0">
                        <a:effectLst/>
                        <a:latin typeface="楷体_GB2312" pitchFamily="49" charset="-122"/>
                        <a:ea typeface="楷体_GB2312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8421">
                <a:tc>
                  <a:txBody>
                    <a:bodyPr/>
                    <a:lstStyle/>
                    <a:p>
                      <a:pPr algn="ctr">
                        <a:spcAft>
                          <a:spcPts val="500"/>
                        </a:spcAft>
                      </a:pPr>
                      <a:endParaRPr lang="en-US" sz="1050" kern="0" dirty="0">
                        <a:latin typeface="Times New Roman"/>
                        <a:ea typeface="楷体_GB2312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296" name="灯片编号占位符 3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F7F9D13-E5DC-45F8-BE1A-4F140DAC88D5}" type="slidenum">
              <a:rPr lang="zh-CN" altLang="en-US" smtClean="0"/>
              <a:pPr/>
              <a:t>8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3" name="圆角矩形 32"/>
          <p:cNvSpPr/>
          <p:nvPr/>
        </p:nvSpPr>
        <p:spPr bwMode="auto">
          <a:xfrm>
            <a:off x="3598863" y="2228850"/>
            <a:ext cx="2092325" cy="3030538"/>
          </a:xfrm>
          <a:prstGeom prst="roundRect">
            <a:avLst/>
          </a:prstGeom>
          <a:solidFill>
            <a:schemeClr val="bg1">
              <a:lumMod val="85000"/>
              <a:alpha val="64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zh-CN" altLang="en-US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300" name="肘形连接符 17"/>
          <p:cNvCxnSpPr>
            <a:cxnSpLocks noChangeShapeType="1"/>
            <a:stCxn id="34" idx="3"/>
            <a:endCxn id="35" idx="3"/>
          </p:cNvCxnSpPr>
          <p:nvPr/>
        </p:nvCxnSpPr>
        <p:spPr bwMode="auto">
          <a:xfrm>
            <a:off x="1468438" y="3214348"/>
            <a:ext cx="1588" cy="1007949"/>
          </a:xfrm>
          <a:prstGeom prst="bentConnector3">
            <a:avLst>
              <a:gd name="adj1" fmla="val 14395466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12301" name="肘形连接符 19"/>
          <p:cNvCxnSpPr>
            <a:cxnSpLocks noChangeShapeType="1"/>
            <a:endCxn id="47" idx="1"/>
          </p:cNvCxnSpPr>
          <p:nvPr/>
        </p:nvCxnSpPr>
        <p:spPr bwMode="auto">
          <a:xfrm flipV="1">
            <a:off x="1682750" y="2546350"/>
            <a:ext cx="2212975" cy="1181100"/>
          </a:xfrm>
          <a:prstGeom prst="bentConnector3">
            <a:avLst>
              <a:gd name="adj1" fmla="val 56935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2302" name="肘形连接符 20"/>
          <p:cNvCxnSpPr>
            <a:cxnSpLocks noChangeShapeType="1"/>
            <a:endCxn id="54" idx="1"/>
          </p:cNvCxnSpPr>
          <p:nvPr/>
        </p:nvCxnSpPr>
        <p:spPr bwMode="auto">
          <a:xfrm>
            <a:off x="1682750" y="3727450"/>
            <a:ext cx="2212975" cy="708025"/>
          </a:xfrm>
          <a:prstGeom prst="bentConnector3">
            <a:avLst>
              <a:gd name="adj1" fmla="val 56935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2303" name="肘形连接符 23"/>
          <p:cNvCxnSpPr>
            <a:cxnSpLocks noChangeShapeType="1"/>
          </p:cNvCxnSpPr>
          <p:nvPr/>
        </p:nvCxnSpPr>
        <p:spPr bwMode="auto">
          <a:xfrm flipV="1">
            <a:off x="2411413" y="3019425"/>
            <a:ext cx="1484312" cy="708025"/>
          </a:xfrm>
          <a:prstGeom prst="bentConnector3">
            <a:avLst>
              <a:gd name="adj1" fmla="val 36218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2304" name="肘形连接符 25"/>
          <p:cNvCxnSpPr>
            <a:cxnSpLocks noChangeShapeType="1"/>
          </p:cNvCxnSpPr>
          <p:nvPr/>
        </p:nvCxnSpPr>
        <p:spPr bwMode="auto">
          <a:xfrm>
            <a:off x="2411413" y="3727450"/>
            <a:ext cx="1484312" cy="236538"/>
          </a:xfrm>
          <a:prstGeom prst="bentConnector3">
            <a:avLst>
              <a:gd name="adj1" fmla="val 36218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2305" name="肘形连接符 27"/>
          <p:cNvCxnSpPr>
            <a:cxnSpLocks noChangeShapeType="1"/>
            <a:endCxn id="50" idx="1"/>
          </p:cNvCxnSpPr>
          <p:nvPr/>
        </p:nvCxnSpPr>
        <p:spPr bwMode="auto">
          <a:xfrm flipV="1">
            <a:off x="1682750" y="3490913"/>
            <a:ext cx="2212975" cy="236537"/>
          </a:xfrm>
          <a:prstGeom prst="bentConnector3">
            <a:avLst>
              <a:gd name="adj1" fmla="val 56935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grpSp>
        <p:nvGrpSpPr>
          <p:cNvPr id="2" name="组合 91"/>
          <p:cNvGrpSpPr>
            <a:grpSpLocks/>
          </p:cNvGrpSpPr>
          <p:nvPr/>
        </p:nvGrpSpPr>
        <p:grpSpPr bwMode="auto">
          <a:xfrm>
            <a:off x="3895725" y="2378075"/>
            <a:ext cx="1550988" cy="2698750"/>
            <a:chOff x="3822377" y="2147490"/>
            <a:chExt cx="1550957" cy="2699742"/>
          </a:xfrm>
        </p:grpSpPr>
        <p:sp>
          <p:nvSpPr>
            <p:cNvPr id="47" name="矩形 46"/>
            <p:cNvSpPr/>
            <p:nvPr/>
          </p:nvSpPr>
          <p:spPr bwMode="auto">
            <a:xfrm>
              <a:off x="3822377" y="2147490"/>
              <a:ext cx="1550957" cy="338262"/>
            </a:xfrm>
            <a:prstGeom prst="rect">
              <a:avLst/>
            </a:prstGeom>
            <a:solidFill>
              <a:srgbClr val="C00000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IC</a:t>
              </a:r>
              <a:endParaRPr lang="zh-CN" altLang="en-US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3822377" y="2619151"/>
              <a:ext cx="1550957" cy="338261"/>
            </a:xfrm>
            <a:prstGeom prst="rect">
              <a:avLst/>
            </a:prstGeom>
            <a:solidFill>
              <a:srgbClr val="C00000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LS</a:t>
              </a:r>
              <a:r>
                <a:rPr lang="zh-CN" altLang="en-US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收益</a:t>
              </a:r>
              <a:r>
                <a:rPr lang="en-US" altLang="zh-CN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IR</a:t>
              </a:r>
              <a:endParaRPr lang="zh-CN" altLang="en-US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3822377" y="3092400"/>
              <a:ext cx="1550957" cy="338261"/>
            </a:xfrm>
            <a:prstGeom prst="rect">
              <a:avLst/>
            </a:prstGeom>
            <a:solidFill>
              <a:srgbClr val="C00000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LS</a:t>
              </a:r>
              <a:r>
                <a:rPr lang="zh-CN" altLang="en-US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胜率</a:t>
              </a:r>
              <a:endParaRPr lang="zh-CN" altLang="en-US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3822377" y="3564061"/>
              <a:ext cx="1550957" cy="338262"/>
            </a:xfrm>
            <a:prstGeom prst="rect">
              <a:avLst/>
            </a:prstGeom>
            <a:solidFill>
              <a:srgbClr val="C00000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LS</a:t>
              </a:r>
              <a:r>
                <a:rPr lang="zh-CN" altLang="en-US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收益</a:t>
              </a:r>
              <a:endParaRPr lang="zh-CN" altLang="en-US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54" name="矩形 53"/>
            <p:cNvSpPr/>
            <p:nvPr/>
          </p:nvSpPr>
          <p:spPr bwMode="auto">
            <a:xfrm>
              <a:off x="3822377" y="4037309"/>
              <a:ext cx="1550957" cy="338262"/>
            </a:xfrm>
            <a:prstGeom prst="rect">
              <a:avLst/>
            </a:prstGeom>
            <a:solidFill>
              <a:srgbClr val="C00000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IC_IR</a:t>
              </a:r>
              <a:endParaRPr lang="zh-CN" altLang="en-US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3822377" y="4508971"/>
              <a:ext cx="1550957" cy="338261"/>
            </a:xfrm>
            <a:prstGeom prst="rect">
              <a:avLst/>
            </a:prstGeom>
            <a:solidFill>
              <a:srgbClr val="C00000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IC</a:t>
              </a:r>
              <a:r>
                <a:rPr lang="zh-CN" altLang="en-US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的</a:t>
              </a:r>
              <a:r>
                <a:rPr lang="en-US" altLang="zh-CN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T</a:t>
              </a:r>
              <a:r>
                <a:rPr lang="zh-CN" altLang="en-US" dirty="0" smtClean="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检验</a:t>
              </a:r>
              <a:endParaRPr lang="zh-CN" altLang="en-US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</p:grpSp>
      <p:sp>
        <p:nvSpPr>
          <p:cNvPr id="65" name="矩形 64"/>
          <p:cNvSpPr/>
          <p:nvPr/>
        </p:nvSpPr>
        <p:spPr bwMode="auto">
          <a:xfrm>
            <a:off x="6819900" y="3382963"/>
            <a:ext cx="1800225" cy="539750"/>
          </a:xfrm>
          <a:prstGeom prst="rect">
            <a:avLst/>
          </a:prstGeom>
          <a:solidFill>
            <a:srgbClr val="C00000"/>
          </a:solidFill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有效</a:t>
            </a:r>
            <a:r>
              <a:rPr lang="en-US" altLang="zh-CN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Alpha</a:t>
            </a:r>
            <a:r>
              <a:rPr lang="zh-CN" altLang="en-US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因子</a:t>
            </a:r>
          </a:p>
        </p:txBody>
      </p:sp>
      <p:cxnSp>
        <p:nvCxnSpPr>
          <p:cNvPr id="12308" name="肘形连接符 39"/>
          <p:cNvCxnSpPr>
            <a:cxnSpLocks noChangeShapeType="1"/>
            <a:endCxn id="58" idx="1"/>
          </p:cNvCxnSpPr>
          <p:nvPr/>
        </p:nvCxnSpPr>
        <p:spPr bwMode="auto">
          <a:xfrm>
            <a:off x="1682750" y="3727450"/>
            <a:ext cx="2212975" cy="1181100"/>
          </a:xfrm>
          <a:prstGeom prst="bentConnector3">
            <a:avLst>
              <a:gd name="adj1" fmla="val 56935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68" name="矩形 67"/>
          <p:cNvSpPr/>
          <p:nvPr/>
        </p:nvSpPr>
        <p:spPr bwMode="auto">
          <a:xfrm>
            <a:off x="6824663" y="4943475"/>
            <a:ext cx="1800225" cy="674688"/>
          </a:xfrm>
          <a:prstGeom prst="rect">
            <a:avLst/>
          </a:prstGeom>
          <a:ln w="19050">
            <a:solidFill>
              <a:schemeClr val="accent6"/>
            </a:solidFill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dirty="0" smtClean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行业内多</a:t>
            </a:r>
            <a:r>
              <a:rPr lang="zh-CN" altLang="en-US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因子策略</a:t>
            </a:r>
          </a:p>
        </p:txBody>
      </p:sp>
      <p:cxnSp>
        <p:nvCxnSpPr>
          <p:cNvPr id="12311" name="肘形连接符 19"/>
          <p:cNvCxnSpPr>
            <a:cxnSpLocks noChangeShapeType="1"/>
            <a:stCxn id="67" idx="2"/>
          </p:cNvCxnSpPr>
          <p:nvPr/>
        </p:nvCxnSpPr>
        <p:spPr bwMode="auto">
          <a:xfrm rot="16200000" flipH="1">
            <a:off x="1968500" y="4703763"/>
            <a:ext cx="566738" cy="354012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2312" name="肘形连接符 23"/>
          <p:cNvCxnSpPr>
            <a:cxnSpLocks noChangeShapeType="1"/>
            <a:stCxn id="67" idx="2"/>
          </p:cNvCxnSpPr>
          <p:nvPr/>
        </p:nvCxnSpPr>
        <p:spPr bwMode="auto">
          <a:xfrm rot="16200000" flipH="1">
            <a:off x="1732756" y="4939507"/>
            <a:ext cx="1038225" cy="354012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2313" name="肘形连接符 25"/>
          <p:cNvCxnSpPr>
            <a:cxnSpLocks noChangeShapeType="1"/>
            <a:stCxn id="67" idx="2"/>
          </p:cNvCxnSpPr>
          <p:nvPr/>
        </p:nvCxnSpPr>
        <p:spPr bwMode="auto">
          <a:xfrm rot="16200000" flipH="1">
            <a:off x="1495425" y="5176838"/>
            <a:ext cx="1512888" cy="354012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grpSp>
        <p:nvGrpSpPr>
          <p:cNvPr id="3" name="组合 92"/>
          <p:cNvGrpSpPr/>
          <p:nvPr/>
        </p:nvGrpSpPr>
        <p:grpSpPr>
          <a:xfrm>
            <a:off x="2429263" y="4995628"/>
            <a:ext cx="940123" cy="1282898"/>
            <a:chOff x="2212677" y="4917007"/>
            <a:chExt cx="1550957" cy="1282898"/>
          </a:xfrm>
          <a:solidFill>
            <a:srgbClr val="FF9201"/>
          </a:solidFill>
        </p:grpSpPr>
        <p:sp>
          <p:nvSpPr>
            <p:cNvPr id="74" name="矩形 73"/>
            <p:cNvSpPr/>
            <p:nvPr/>
          </p:nvSpPr>
          <p:spPr bwMode="auto">
            <a:xfrm>
              <a:off x="2212677" y="4917007"/>
              <a:ext cx="1550957" cy="33784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去极值</a:t>
              </a:r>
            </a:p>
          </p:txBody>
        </p:sp>
        <p:sp>
          <p:nvSpPr>
            <p:cNvPr id="75" name="矩形 74"/>
            <p:cNvSpPr/>
            <p:nvPr/>
          </p:nvSpPr>
          <p:spPr bwMode="auto">
            <a:xfrm>
              <a:off x="2212677" y="5388793"/>
              <a:ext cx="1550957" cy="337839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标准化</a:t>
              </a:r>
            </a:p>
          </p:txBody>
        </p:sp>
        <p:sp>
          <p:nvSpPr>
            <p:cNvPr id="76" name="矩形 75"/>
            <p:cNvSpPr/>
            <p:nvPr/>
          </p:nvSpPr>
          <p:spPr bwMode="auto">
            <a:xfrm>
              <a:off x="2212677" y="5862066"/>
              <a:ext cx="1550957" cy="337839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Arial" pitchFamily="34" charset="0"/>
                </a:rPr>
                <a:t>行业中性</a:t>
              </a:r>
            </a:p>
          </p:txBody>
        </p:sp>
      </p:grpSp>
      <p:sp>
        <p:nvSpPr>
          <p:cNvPr id="77" name="矩形 76"/>
          <p:cNvSpPr/>
          <p:nvPr/>
        </p:nvSpPr>
        <p:spPr bwMode="auto">
          <a:xfrm>
            <a:off x="1641475" y="1585913"/>
            <a:ext cx="1871663" cy="57626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6"/>
            </a:solidFill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每</a:t>
            </a:r>
            <a:r>
              <a:rPr lang="zh-CN" altLang="en-US" sz="22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行业计算</a:t>
            </a:r>
            <a:r>
              <a:rPr lang="zh-CN" altLang="en-US" sz="22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相关指标</a:t>
            </a:r>
          </a:p>
        </p:txBody>
      </p:sp>
      <p:cxnSp>
        <p:nvCxnSpPr>
          <p:cNvPr id="12316" name="直接箭头连接符 43"/>
          <p:cNvCxnSpPr>
            <a:cxnSpLocks noChangeShapeType="1"/>
            <a:stCxn id="77" idx="2"/>
          </p:cNvCxnSpPr>
          <p:nvPr/>
        </p:nvCxnSpPr>
        <p:spPr bwMode="auto">
          <a:xfrm>
            <a:off x="2576513" y="2162175"/>
            <a:ext cx="0" cy="15128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79" name="右箭头 78"/>
          <p:cNvSpPr/>
          <p:nvPr/>
        </p:nvSpPr>
        <p:spPr bwMode="auto">
          <a:xfrm>
            <a:off x="5862638" y="3371850"/>
            <a:ext cx="863600" cy="504825"/>
          </a:xfrm>
          <a:prstGeom prst="rightArrow">
            <a:avLst/>
          </a:prstGeom>
          <a:solidFill>
            <a:schemeClr val="accent6">
              <a:alpha val="64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zh-CN" altLang="en-US">
              <a:ea typeface="+mn-ea"/>
              <a:cs typeface="Times New Roman" pitchFamily="18" charset="0"/>
            </a:endParaRPr>
          </a:p>
        </p:txBody>
      </p:sp>
      <p:sp>
        <p:nvSpPr>
          <p:cNvPr id="80" name="矩形 79"/>
          <p:cNvSpPr/>
          <p:nvPr/>
        </p:nvSpPr>
        <p:spPr bwMode="auto">
          <a:xfrm>
            <a:off x="5457825" y="1585913"/>
            <a:ext cx="1871663" cy="57626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6"/>
            </a:solidFill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2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每行业综合</a:t>
            </a:r>
            <a:r>
              <a:rPr lang="zh-CN" altLang="en-US" sz="22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各指标</a:t>
            </a:r>
          </a:p>
        </p:txBody>
      </p:sp>
      <p:cxnSp>
        <p:nvCxnSpPr>
          <p:cNvPr id="12319" name="直接箭头连接符 52"/>
          <p:cNvCxnSpPr>
            <a:cxnSpLocks noChangeShapeType="1"/>
            <a:stCxn id="80" idx="2"/>
          </p:cNvCxnSpPr>
          <p:nvPr/>
        </p:nvCxnSpPr>
        <p:spPr bwMode="auto">
          <a:xfrm>
            <a:off x="6394450" y="2162175"/>
            <a:ext cx="0" cy="12239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2320" name="直接箭头连接符 81"/>
          <p:cNvCxnSpPr>
            <a:cxnSpLocks noChangeShapeType="1"/>
            <a:stCxn id="65" idx="2"/>
            <a:endCxn id="68" idx="0"/>
          </p:cNvCxnSpPr>
          <p:nvPr/>
        </p:nvCxnSpPr>
        <p:spPr bwMode="auto">
          <a:xfrm>
            <a:off x="7720013" y="3922713"/>
            <a:ext cx="4762" cy="102076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12321" name="矩形 21"/>
          <p:cNvSpPr>
            <a:spLocks noChangeArrowheads="1"/>
          </p:cNvSpPr>
          <p:nvPr/>
        </p:nvSpPr>
        <p:spPr bwMode="auto">
          <a:xfrm>
            <a:off x="2612572" y="174171"/>
            <a:ext cx="685029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          行业内多因子选股框架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方法</a:t>
            </a:r>
          </a:p>
        </p:txBody>
      </p:sp>
      <p:sp>
        <p:nvSpPr>
          <p:cNvPr id="43" name="矩形 42"/>
          <p:cNvSpPr/>
          <p:nvPr/>
        </p:nvSpPr>
        <p:spPr bwMode="auto">
          <a:xfrm>
            <a:off x="6735763" y="4162425"/>
            <a:ext cx="1914525" cy="438150"/>
          </a:xfrm>
          <a:prstGeom prst="rect">
            <a:avLst/>
          </a:prstGeom>
          <a:solidFill>
            <a:srgbClr val="EB8803"/>
          </a:solidFill>
          <a:ln w="1905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因子配权</a:t>
            </a:r>
            <a:r>
              <a:rPr lang="en-US" altLang="zh-C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zh-CN" alt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个股配权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1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BB8AEE8-ED7D-403A-BBF5-365429161433}" type="slidenum">
              <a:rPr lang="zh-CN" altLang="en-US" smtClean="0"/>
              <a:pPr/>
              <a:t>9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grpSp>
        <p:nvGrpSpPr>
          <p:cNvPr id="2" name="组合 8"/>
          <p:cNvGrpSpPr>
            <a:grpSpLocks/>
          </p:cNvGrpSpPr>
          <p:nvPr/>
        </p:nvGrpSpPr>
        <p:grpSpPr bwMode="auto">
          <a:xfrm>
            <a:off x="261938" y="1044575"/>
            <a:ext cx="8605837" cy="3905250"/>
            <a:chOff x="174168" y="1193797"/>
            <a:chExt cx="8382004" cy="4437746"/>
          </a:xfrm>
        </p:grpSpPr>
        <p:grpSp>
          <p:nvGrpSpPr>
            <p:cNvPr id="5" name="组合 7"/>
            <p:cNvGrpSpPr>
              <a:grpSpLocks/>
            </p:cNvGrpSpPr>
            <p:nvPr/>
          </p:nvGrpSpPr>
          <p:grpSpPr bwMode="auto">
            <a:xfrm>
              <a:off x="174168" y="1193797"/>
              <a:ext cx="8382004" cy="3341919"/>
              <a:chOff x="174168" y="1193797"/>
              <a:chExt cx="8382004" cy="3341919"/>
            </a:xfrm>
          </p:grpSpPr>
          <p:graphicFrame>
            <p:nvGraphicFramePr>
              <p:cNvPr id="3" name="图示 2"/>
              <p:cNvGraphicFramePr/>
              <p:nvPr/>
            </p:nvGraphicFramePr>
            <p:xfrm>
              <a:off x="174168" y="1193797"/>
              <a:ext cx="8374743" cy="1651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graphicFrame>
            <p:nvGraphicFramePr>
              <p:cNvPr id="4" name="图示 3"/>
              <p:cNvGraphicFramePr/>
              <p:nvPr/>
            </p:nvGraphicFramePr>
            <p:xfrm>
              <a:off x="181429" y="2884716"/>
              <a:ext cx="8374743" cy="1651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p:grpSp>
        <p:graphicFrame>
          <p:nvGraphicFramePr>
            <p:cNvPr id="6" name="图示 5"/>
            <p:cNvGraphicFramePr/>
            <p:nvPr/>
          </p:nvGraphicFramePr>
          <p:xfrm>
            <a:off x="174174" y="4619174"/>
            <a:ext cx="8374743" cy="101236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</p:grpSp>
      <p:sp>
        <p:nvSpPr>
          <p:cNvPr id="10" name="矩形 21"/>
          <p:cNvSpPr>
            <a:spLocks noChangeArrowheads="1"/>
          </p:cNvSpPr>
          <p:nvPr/>
        </p:nvSpPr>
        <p:spPr bwMode="auto">
          <a:xfrm>
            <a:off x="2713491" y="184604"/>
            <a:ext cx="6430509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         行业内多因子选股框架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ea typeface="楷体_GB231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数据</a:t>
            </a:r>
          </a:p>
        </p:txBody>
      </p:sp>
      <p:graphicFrame>
        <p:nvGraphicFramePr>
          <p:cNvPr id="9" name="图示 8"/>
          <p:cNvGraphicFramePr/>
          <p:nvPr/>
        </p:nvGraphicFramePr>
        <p:xfrm>
          <a:off x="232228" y="4920345"/>
          <a:ext cx="8694058" cy="1698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pSp>
        <p:nvGrpSpPr>
          <p:cNvPr id="7" name="组合 19"/>
          <p:cNvGrpSpPr>
            <a:grpSpLocks/>
          </p:cNvGrpSpPr>
          <p:nvPr/>
        </p:nvGrpSpPr>
        <p:grpSpPr bwMode="auto">
          <a:xfrm>
            <a:off x="1557338" y="5521325"/>
            <a:ext cx="5961062" cy="557213"/>
            <a:chOff x="1014079" y="5548310"/>
            <a:chExt cx="5962006" cy="557957"/>
          </a:xfrm>
        </p:grpSpPr>
        <p:grpSp>
          <p:nvGrpSpPr>
            <p:cNvPr id="8" name="组合 10"/>
            <p:cNvGrpSpPr>
              <a:grpSpLocks/>
            </p:cNvGrpSpPr>
            <p:nvPr/>
          </p:nvGrpSpPr>
          <p:grpSpPr bwMode="auto">
            <a:xfrm>
              <a:off x="1014079" y="5557834"/>
              <a:ext cx="1514789" cy="548433"/>
              <a:chOff x="119213" y="709"/>
              <a:chExt cx="1172203" cy="468217"/>
            </a:xfrm>
          </p:grpSpPr>
          <p:sp>
            <p:nvSpPr>
              <p:cNvPr id="12" name="圆角矩形 11"/>
              <p:cNvSpPr/>
              <p:nvPr/>
            </p:nvSpPr>
            <p:spPr>
              <a:xfrm>
                <a:off x="119213" y="721"/>
                <a:ext cx="1172146" cy="468205"/>
              </a:xfrm>
              <a:prstGeom prst="roundRect">
                <a:avLst/>
              </a:prstGeom>
              <a:solidFill>
                <a:srgbClr val="DA251D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3" name="圆角矩形 4"/>
              <p:cNvSpPr/>
              <p:nvPr/>
            </p:nvSpPr>
            <p:spPr>
              <a:xfrm>
                <a:off x="142557" y="23792"/>
                <a:ext cx="1125456" cy="4220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83820" tIns="41910" rIns="83820" bIns="41910" spcCol="1270" anchor="ctr"/>
              <a:lstStyle/>
              <a:p>
                <a:pPr algn="ctr" defTabSz="9779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altLang="zh-CN" sz="2200" dirty="0"/>
                  <a:t>1.</a:t>
                </a:r>
                <a:r>
                  <a:rPr lang="zh-CN" altLang="en-US" sz="2400" b="1" dirty="0">
                    <a:solidFill>
                      <a:schemeClr val="bg1"/>
                    </a:solidFill>
                    <a:ea typeface="楷体_GB2312" pitchFamily="49" charset="-122"/>
                    <a:cs typeface="Times New Roman" pitchFamily="18" charset="0"/>
                  </a:rPr>
                  <a:t>完整性</a:t>
                </a:r>
                <a:endParaRPr lang="zh-CN" altLang="en-US" sz="2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" name="组合 13"/>
            <p:cNvGrpSpPr>
              <a:grpSpLocks/>
            </p:cNvGrpSpPr>
            <p:nvPr/>
          </p:nvGrpSpPr>
          <p:grpSpPr bwMode="auto">
            <a:xfrm>
              <a:off x="3223879" y="5553072"/>
              <a:ext cx="1514789" cy="548433"/>
              <a:chOff x="119213" y="709"/>
              <a:chExt cx="1172203" cy="468217"/>
            </a:xfrm>
          </p:grpSpPr>
          <p:sp>
            <p:nvSpPr>
              <p:cNvPr id="15" name="圆角矩形 14"/>
              <p:cNvSpPr/>
              <p:nvPr/>
            </p:nvSpPr>
            <p:spPr>
              <a:xfrm>
                <a:off x="119484" y="715"/>
                <a:ext cx="1172146" cy="468204"/>
              </a:xfrm>
              <a:prstGeom prst="roundRect">
                <a:avLst/>
              </a:prstGeom>
              <a:solidFill>
                <a:srgbClr val="DA251D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6" name="圆角矩形 4"/>
              <p:cNvSpPr/>
              <p:nvPr/>
            </p:nvSpPr>
            <p:spPr>
              <a:xfrm>
                <a:off x="142828" y="23786"/>
                <a:ext cx="1125456" cy="42206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83820" tIns="41910" rIns="83820" bIns="41910" spcCol="1270" anchor="ctr"/>
              <a:lstStyle/>
              <a:p>
                <a:pPr algn="ctr" defTabSz="9779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altLang="zh-CN" sz="2200" b="1" dirty="0">
                    <a:latin typeface="楷体_GB2312" pitchFamily="49" charset="-122"/>
                    <a:ea typeface="楷体_GB2312" pitchFamily="49" charset="-122"/>
                  </a:rPr>
                  <a:t>2.</a:t>
                </a:r>
                <a:r>
                  <a:rPr lang="zh-CN" altLang="en-US" sz="2200" b="1" dirty="0">
                    <a:latin typeface="楷体_GB2312" pitchFamily="49" charset="-122"/>
                    <a:ea typeface="楷体_GB2312" pitchFamily="49" charset="-122"/>
                  </a:rPr>
                  <a:t>合理性</a:t>
                </a:r>
                <a:endParaRPr lang="zh-CN" altLang="en-US" sz="2200" b="1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14" name="组合 16"/>
            <p:cNvGrpSpPr>
              <a:grpSpLocks/>
            </p:cNvGrpSpPr>
            <p:nvPr/>
          </p:nvGrpSpPr>
          <p:grpSpPr bwMode="auto">
            <a:xfrm>
              <a:off x="5433677" y="5548310"/>
              <a:ext cx="1542408" cy="548433"/>
              <a:chOff x="74985" y="709"/>
              <a:chExt cx="1193575" cy="468217"/>
            </a:xfrm>
          </p:grpSpPr>
          <p:sp>
            <p:nvSpPr>
              <p:cNvPr id="18" name="圆角矩形 17"/>
              <p:cNvSpPr/>
              <p:nvPr/>
            </p:nvSpPr>
            <p:spPr>
              <a:xfrm>
                <a:off x="75528" y="709"/>
                <a:ext cx="1172145" cy="468205"/>
              </a:xfrm>
              <a:prstGeom prst="roundRect">
                <a:avLst/>
              </a:prstGeom>
              <a:solidFill>
                <a:srgbClr val="DA251D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9" name="圆角矩形 4"/>
              <p:cNvSpPr/>
              <p:nvPr/>
            </p:nvSpPr>
            <p:spPr>
              <a:xfrm>
                <a:off x="143104" y="23780"/>
                <a:ext cx="1125456" cy="42206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83820" tIns="41910" rIns="83820" bIns="41910" spcCol="1270" anchor="ctr"/>
              <a:lstStyle/>
              <a:p>
                <a:pPr algn="ctr" defTabSz="9779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altLang="zh-CN" sz="2200" b="1" dirty="0">
                    <a:latin typeface="楷体_GB2312" pitchFamily="49" charset="-122"/>
                    <a:ea typeface="楷体_GB2312" pitchFamily="49" charset="-122"/>
                  </a:rPr>
                  <a:t>3.</a:t>
                </a:r>
                <a:r>
                  <a:rPr lang="zh-CN" altLang="en-US" sz="2200" b="1" dirty="0">
                    <a:latin typeface="楷体_GB2312" pitchFamily="49" charset="-122"/>
                    <a:ea typeface="楷体_GB2312" pitchFamily="49" charset="-122"/>
                  </a:rPr>
                  <a:t>严密性</a:t>
                </a:r>
                <a:endParaRPr lang="zh-CN" altLang="en-US" sz="2200" b="1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</p:grpSp>
      <p:sp>
        <p:nvSpPr>
          <p:cNvPr id="11271" name="矩形 20"/>
          <p:cNvSpPr>
            <a:spLocks noChangeArrowheads="1"/>
          </p:cNvSpPr>
          <p:nvPr/>
        </p:nvSpPr>
        <p:spPr bwMode="auto">
          <a:xfrm>
            <a:off x="2019300" y="6030913"/>
            <a:ext cx="6477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</a:rPr>
              <a:t>海选</a:t>
            </a:r>
          </a:p>
        </p:txBody>
      </p:sp>
      <p:sp>
        <p:nvSpPr>
          <p:cNvPr id="11272" name="矩形 21"/>
          <p:cNvSpPr>
            <a:spLocks noChangeArrowheads="1"/>
          </p:cNvSpPr>
          <p:nvPr/>
        </p:nvSpPr>
        <p:spPr bwMode="auto">
          <a:xfrm>
            <a:off x="4016375" y="6030913"/>
            <a:ext cx="11080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</a:rPr>
              <a:t>经济意义</a:t>
            </a:r>
          </a:p>
        </p:txBody>
      </p:sp>
      <p:sp>
        <p:nvSpPr>
          <p:cNvPr id="11273" name="矩形 22"/>
          <p:cNvSpPr>
            <a:spLocks noChangeArrowheads="1"/>
          </p:cNvSpPr>
          <p:nvPr/>
        </p:nvSpPr>
        <p:spPr bwMode="auto">
          <a:xfrm>
            <a:off x="6391275" y="6016625"/>
            <a:ext cx="8778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</a:rPr>
              <a:t>预处理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图示 29"/>
          <p:cNvGraphicFramePr/>
          <p:nvPr/>
        </p:nvGraphicFramePr>
        <p:xfrm>
          <a:off x="203199" y="1190171"/>
          <a:ext cx="8621487" cy="1045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26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BB8AEE8-ED7D-403A-BBF5-365429161433}" type="slidenum">
              <a:rPr lang="zh-CN" altLang="en-US" smtClean="0"/>
              <a:pPr/>
              <a:t>10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10" name="矩形 21"/>
          <p:cNvSpPr>
            <a:spLocks noChangeArrowheads="1"/>
          </p:cNvSpPr>
          <p:nvPr/>
        </p:nvSpPr>
        <p:spPr bwMode="auto">
          <a:xfrm>
            <a:off x="2119086" y="199119"/>
            <a:ext cx="7300686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       行业内多因子选股框架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ea typeface="楷体_GB231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挑选准则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" name="图示 23"/>
          <p:cNvGraphicFramePr/>
          <p:nvPr/>
        </p:nvGraphicFramePr>
        <p:xfrm>
          <a:off x="2888340" y="3305633"/>
          <a:ext cx="5486400" cy="4205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6" name="图示 25"/>
          <p:cNvGraphicFramePr/>
          <p:nvPr/>
        </p:nvGraphicFramePr>
        <p:xfrm>
          <a:off x="1291773" y="2467431"/>
          <a:ext cx="5225142" cy="3294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27" name="下箭头 26"/>
          <p:cNvSpPr/>
          <p:nvPr/>
        </p:nvSpPr>
        <p:spPr bwMode="auto">
          <a:xfrm rot="16200000">
            <a:off x="2376719" y="5025570"/>
            <a:ext cx="428172" cy="391887"/>
          </a:xfrm>
          <a:prstGeom prst="downArrow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rgbClr val="003399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" name="棱台 28"/>
          <p:cNvSpPr/>
          <p:nvPr/>
        </p:nvSpPr>
        <p:spPr bwMode="auto">
          <a:xfrm>
            <a:off x="914399" y="4078513"/>
            <a:ext cx="1132115" cy="2322286"/>
          </a:xfrm>
          <a:prstGeom prst="bevel">
            <a:avLst/>
          </a:prstGeom>
          <a:solidFill>
            <a:schemeClr val="accent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rgbClr val="003399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" name="下箭头 30"/>
          <p:cNvSpPr/>
          <p:nvPr/>
        </p:nvSpPr>
        <p:spPr bwMode="auto">
          <a:xfrm>
            <a:off x="3643085" y="2191658"/>
            <a:ext cx="522515" cy="203200"/>
          </a:xfrm>
          <a:prstGeom prst="downArrow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rgbClr val="003399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32116" y="4325257"/>
            <a:ext cx="7257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IC</a:t>
            </a:r>
            <a:r>
              <a:rPr lang="zh-CN" altLang="en-US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方向符合实际经济意义</a:t>
            </a:r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 bwMode="auto">
          <a:xfrm>
            <a:off x="512763" y="1811338"/>
            <a:ext cx="8158162" cy="4262437"/>
          </a:xfrm>
          <a:prstGeom prst="rect">
            <a:avLst/>
          </a:prstGeom>
          <a:noFill/>
          <a:ln w="101600">
            <a:solidFill>
              <a:srgbClr val="2828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zh-CN" altLang="en-US">
              <a:solidFill>
                <a:srgbClr val="003399"/>
              </a:solidFill>
              <a:latin typeface="黑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5188" y="2389188"/>
            <a:ext cx="7119937" cy="267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indent="363538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一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、全市场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vs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逐行业多因子策略</a:t>
            </a:r>
            <a:endParaRPr lang="en-US" altLang="zh-CN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二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、行业内多因子选股框架</a:t>
            </a:r>
            <a:endParaRPr lang="zh-CN" altLang="en-US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三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、近三年行业有效因子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四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、跨行业多因子策略表现</a:t>
            </a:r>
            <a:endParaRPr lang="zh-CN" altLang="en-US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3589338" y="1082675"/>
            <a:ext cx="1536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zh-CN" altLang="en-US" sz="3200" b="1">
                <a:solidFill>
                  <a:srgbClr val="232391"/>
                </a:solidFill>
                <a:latin typeface="黑体" pitchFamily="49" charset="-122"/>
                <a:ea typeface="黑体" pitchFamily="49" charset="-122"/>
              </a:rPr>
              <a:t>目  录</a:t>
            </a: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A02208-3B7D-402C-B4C9-9F33BDD1FD0B}" type="slidenum">
              <a:rPr lang="zh-CN" altLang="en-US" smtClean="0"/>
              <a:pPr/>
              <a:t>11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35DDFE5-8CF8-411D-8834-0F8ACC3AEB91}" type="slidenum">
              <a:rPr lang="zh-CN" altLang="en-US" smtClean="0"/>
              <a:pPr/>
              <a:t>12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graphicFrame>
        <p:nvGraphicFramePr>
          <p:cNvPr id="7" name="图示 6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556" name="矩形 21"/>
          <p:cNvSpPr>
            <a:spLocks noChangeArrowheads="1"/>
          </p:cNvSpPr>
          <p:nvPr/>
        </p:nvSpPr>
        <p:spPr bwMode="auto">
          <a:xfrm>
            <a:off x="3352800" y="184150"/>
            <a:ext cx="5791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           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农林牧渔</a:t>
            </a:r>
          </a:p>
        </p:txBody>
      </p:sp>
      <p:pic>
        <p:nvPicPr>
          <p:cNvPr id="23557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44700" y="1292225"/>
            <a:ext cx="6910388" cy="198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8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71688" y="3429000"/>
            <a:ext cx="6970712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91884" y="1814285"/>
            <a:ext cx="14659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农业具有独特资源稀缺性，随着农产品价值理性回归，行业盈利能力好转是必然之势，盈利能力增长高的个股更受市场青睐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23645DB-6D92-421E-9765-6EF79B2945F4}" type="slidenum">
              <a:rPr lang="zh-CN" altLang="en-US" smtClean="0"/>
              <a:pPr/>
              <a:t>13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24579" name="矩形 21"/>
          <p:cNvSpPr>
            <a:spLocks noChangeArrowheads="1"/>
          </p:cNvSpPr>
          <p:nvPr/>
        </p:nvSpPr>
        <p:spPr bwMode="auto">
          <a:xfrm>
            <a:off x="4920117" y="183924"/>
            <a:ext cx="422388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采掘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581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14550" y="3222625"/>
            <a:ext cx="6797675" cy="295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1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58988" y="1266825"/>
            <a:ext cx="6910387" cy="162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91885" y="1843314"/>
            <a:ext cx="13933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从采掘行业来看，市场更偏向于派息高，现金较为充裕的个股。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E106FAD-DBF5-4D6A-B736-A9A349AF7BA9}" type="slidenum">
              <a:rPr lang="zh-CN" altLang="en-US" smtClean="0"/>
              <a:pPr/>
              <a:t>14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25603" name="矩形 21"/>
          <p:cNvSpPr>
            <a:spLocks noChangeArrowheads="1"/>
          </p:cNvSpPr>
          <p:nvPr/>
        </p:nvSpPr>
        <p:spPr bwMode="auto">
          <a:xfrm>
            <a:off x="5080681" y="227466"/>
            <a:ext cx="470217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化工</a:t>
            </a: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60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25675" y="2471738"/>
            <a:ext cx="67437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33613" y="1273175"/>
            <a:ext cx="6910387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35429" y="1857829"/>
            <a:ext cx="13788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化工行业中，投资者似乎更青睐于成交量低，换手较小的小市值股票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EDBAAC3-02D8-4433-A928-7DD19BBB592D}" type="slidenum">
              <a:rPr lang="zh-CN" altLang="en-US" smtClean="0"/>
              <a:pPr/>
              <a:t>15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26627" name="矩形 21"/>
          <p:cNvSpPr>
            <a:spLocks noChangeArrowheads="1"/>
          </p:cNvSpPr>
          <p:nvPr/>
        </p:nvSpPr>
        <p:spPr bwMode="auto">
          <a:xfrm>
            <a:off x="4267200" y="227693"/>
            <a:ext cx="5791200" cy="656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黑色金属</a:t>
            </a:r>
          </a:p>
        </p:txBody>
      </p:sp>
      <p:graphicFrame>
        <p:nvGraphicFramePr>
          <p:cNvPr id="6" name="图示 5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14550" y="3560763"/>
            <a:ext cx="67437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58988" y="1258888"/>
            <a:ext cx="6910387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64457" y="1814286"/>
            <a:ext cx="13643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钢铁行业有固定资产投资高，负债高，特别是流动负债高的特性。而流动负债高的公司获得流动资金的能力相对较强，对上游议价能力也强，所以该些公司表现更好。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69265B5-0550-444D-9693-4965E6AA6F6A}" type="slidenum">
              <a:rPr lang="zh-CN" altLang="en-US" smtClean="0"/>
              <a:pPr/>
              <a:t>16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27651" name="矩形 21"/>
          <p:cNvSpPr>
            <a:spLocks noChangeArrowheads="1"/>
          </p:cNvSpPr>
          <p:nvPr/>
        </p:nvSpPr>
        <p:spPr bwMode="auto">
          <a:xfrm>
            <a:off x="4267200" y="198664"/>
            <a:ext cx="5791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有色金属</a:t>
            </a:r>
          </a:p>
        </p:txBody>
      </p:sp>
      <p:graphicFrame>
        <p:nvGraphicFramePr>
          <p:cNvPr id="6" name="图示 5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73288" y="3140075"/>
            <a:ext cx="6970712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4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33613" y="1255713"/>
            <a:ext cx="6910387" cy="16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91885" y="1785257"/>
            <a:ext cx="14949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从有色金属近三年因子表现来看，市销率较低，长期负债也较低的个股备受市场看好。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462126-24C6-4329-B3AF-AD797F0CE4C8}" type="slidenum">
              <a:rPr lang="zh-CN" altLang="en-US" smtClean="0"/>
              <a:pPr/>
              <a:t>17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29699" name="矩形 21"/>
          <p:cNvSpPr>
            <a:spLocks noChangeArrowheads="1"/>
          </p:cNvSpPr>
          <p:nvPr/>
        </p:nvSpPr>
        <p:spPr bwMode="auto">
          <a:xfrm>
            <a:off x="4397828" y="242208"/>
            <a:ext cx="5791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建筑建材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29291" y="3599542"/>
            <a:ext cx="67722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08" y="1285860"/>
            <a:ext cx="6910387" cy="183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20914" y="1785257"/>
            <a:ext cx="13353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建材行业技术门栏不算十分高，加之所需原材料分布广，产品价格低，运费高，导致利润薄。所以毛利率较高企业证明盈利能力较强。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97061D0-FE99-422C-B10E-CEFCB17D19C4}" type="slidenum">
              <a:rPr lang="zh-CN" altLang="en-US" smtClean="0"/>
              <a:pPr/>
              <a:t>18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28675" name="矩形 21"/>
          <p:cNvSpPr>
            <a:spLocks noChangeArrowheads="1"/>
          </p:cNvSpPr>
          <p:nvPr/>
        </p:nvSpPr>
        <p:spPr bwMode="auto">
          <a:xfrm>
            <a:off x="4267199" y="198664"/>
            <a:ext cx="5791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机械设备</a:t>
            </a:r>
          </a:p>
        </p:txBody>
      </p:sp>
      <p:graphicFrame>
        <p:nvGraphicFramePr>
          <p:cNvPr id="5" name="图示 4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42206" y="3004458"/>
            <a:ext cx="67722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71670" y="1285860"/>
            <a:ext cx="6910387" cy="14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64457" y="1828800"/>
            <a:ext cx="14078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对于机械设备行业，低</a:t>
            </a:r>
            <a:r>
              <a:rPr lang="en-US" altLang="zh-CN" b="1" dirty="0" smtClean="0">
                <a:latin typeface="楷体_GB2312" pitchFamily="49" charset="-122"/>
                <a:ea typeface="楷体_GB2312" pitchFamily="49" charset="-122"/>
              </a:rPr>
              <a:t>PB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的公司具有阶段性价值回归潜力。机械行业本身用</a:t>
            </a:r>
            <a:r>
              <a:rPr lang="en-US" altLang="zh-CN" b="1" dirty="0" smtClean="0">
                <a:latin typeface="楷体_GB2312" pitchFamily="49" charset="-122"/>
                <a:ea typeface="楷体_GB2312" pitchFamily="49" charset="-122"/>
              </a:rPr>
              <a:t>PB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来估值就存在低估嫌疑，所以</a:t>
            </a:r>
            <a:r>
              <a:rPr lang="en-US" altLang="zh-CN" b="1" dirty="0" smtClean="0">
                <a:latin typeface="楷体_GB2312" pitchFamily="49" charset="-122"/>
                <a:ea typeface="楷体_GB2312" pitchFamily="49" charset="-122"/>
              </a:rPr>
              <a:t>PB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低的公司更值得关注！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4B24ED8-41C6-4CE7-91AC-F49A4F7D10BB}" type="slidenum">
              <a:rPr lang="zh-CN" altLang="en-US" smtClean="0"/>
              <a:pPr/>
              <a:t>19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0723" name="矩形 21"/>
          <p:cNvSpPr>
            <a:spLocks noChangeArrowheads="1"/>
          </p:cNvSpPr>
          <p:nvPr/>
        </p:nvSpPr>
        <p:spPr bwMode="auto">
          <a:xfrm>
            <a:off x="4992915" y="213179"/>
            <a:ext cx="474617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电子</a:t>
            </a: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43108" y="1357298"/>
            <a:ext cx="6910387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6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806" y="2496457"/>
            <a:ext cx="67722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19313" y="1770743"/>
            <a:ext cx="15385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对于电子行业，统计下来我们发现成交量偏低，换手少的股票在行业内跑得相对更好。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52457E1-6A3B-4FA4-9CF1-42994E169C84}" type="slidenum">
              <a:rPr lang="zh-CN" altLang="en-US" smtClean="0"/>
              <a:pPr/>
              <a:t>20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1747" name="矩形 21"/>
          <p:cNvSpPr>
            <a:spLocks noChangeArrowheads="1"/>
          </p:cNvSpPr>
          <p:nvPr/>
        </p:nvSpPr>
        <p:spPr bwMode="auto">
          <a:xfrm>
            <a:off x="4325257" y="227693"/>
            <a:ext cx="5791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交运设备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hart 2"/>
          <p:cNvGraphicFramePr>
            <a:graphicFrameLocks/>
          </p:cNvGraphicFramePr>
          <p:nvPr/>
        </p:nvGraphicFramePr>
        <p:xfrm>
          <a:off x="2137306" y="3167565"/>
          <a:ext cx="6756243" cy="27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71670" y="1285860"/>
            <a:ext cx="6910387" cy="14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77372" y="1756227"/>
            <a:ext cx="1451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从结果来看，交运设备的反转效应十分之明显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7BCB4B0-C3E1-4882-9D9F-DC200510F1C8}" type="slidenum">
              <a:rPr lang="zh-CN" altLang="en-US" smtClean="0"/>
              <a:pPr/>
              <a:t>21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2771" name="矩形 21"/>
          <p:cNvSpPr>
            <a:spLocks noChangeArrowheads="1"/>
          </p:cNvSpPr>
          <p:nvPr/>
        </p:nvSpPr>
        <p:spPr bwMode="auto">
          <a:xfrm>
            <a:off x="4484914" y="184150"/>
            <a:ext cx="5791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信息设备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87349" y="2206171"/>
            <a:ext cx="67722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08" y="1214422"/>
            <a:ext cx="6910387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33829" y="1770743"/>
            <a:ext cx="1378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信息设备行业有很强的一个月反转效应，换手较低的个股也备受青睐。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5C441C8-6B5F-4713-9EBB-2C1C8BE3B4E5}" type="slidenum">
              <a:rPr lang="zh-CN" altLang="en-US" smtClean="0"/>
              <a:pPr/>
              <a:t>22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3795" name="矩形 21"/>
          <p:cNvSpPr>
            <a:spLocks noChangeArrowheads="1"/>
          </p:cNvSpPr>
          <p:nvPr/>
        </p:nvSpPr>
        <p:spPr bwMode="auto">
          <a:xfrm>
            <a:off x="4325258" y="174171"/>
            <a:ext cx="5791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家用电器</a:t>
            </a: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77257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hart 2"/>
          <p:cNvGraphicFramePr>
            <a:graphicFrameLocks/>
          </p:cNvGraphicFramePr>
          <p:nvPr/>
        </p:nvGraphicFramePr>
        <p:xfrm>
          <a:off x="2108278" y="2616022"/>
          <a:ext cx="6756243" cy="27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59441" y="1281566"/>
            <a:ext cx="6910387" cy="11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48343" y="1756229"/>
            <a:ext cx="14514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对于家用电器行业，</a:t>
            </a:r>
            <a:r>
              <a:rPr lang="en-US" altLang="zh-CN" b="1" dirty="0" smtClean="0">
                <a:latin typeface="楷体_GB2312" pitchFamily="49" charset="-122"/>
                <a:ea typeface="楷体_GB2312" pitchFamily="49" charset="-122"/>
              </a:rPr>
              <a:t>PE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估值指标具有十分强的选股指导意义。我国家电业高流动负债是行业特点，流通负债越高，可证明企业对上游的话语权越高。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FB0DFA9-CD46-4514-B1DC-D52B57D3F172}" type="slidenum">
              <a:rPr lang="zh-CN" altLang="en-US" smtClean="0"/>
              <a:pPr/>
              <a:t>23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4819" name="矩形 21"/>
          <p:cNvSpPr>
            <a:spLocks noChangeArrowheads="1"/>
          </p:cNvSpPr>
          <p:nvPr/>
        </p:nvSpPr>
        <p:spPr bwMode="auto">
          <a:xfrm>
            <a:off x="4194627" y="184150"/>
            <a:ext cx="5791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食品饮料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hart 2"/>
          <p:cNvGraphicFramePr>
            <a:graphicFrameLocks/>
          </p:cNvGraphicFramePr>
          <p:nvPr/>
        </p:nvGraphicFramePr>
        <p:xfrm>
          <a:off x="2093764" y="2456365"/>
          <a:ext cx="6756243" cy="27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71670" y="1285860"/>
            <a:ext cx="6910387" cy="920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33829" y="1785256"/>
            <a:ext cx="15530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出于自身特点，食品饮料行业流动负债比例较高。但如果行业中个股营运能力强，资金周转到位，则流动负债所起到的作用更多是降低财务成本，所以负债高的个股更值得关注。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E62C3EA-E1B8-481C-B5B2-B126BA58373A}" type="slidenum">
              <a:rPr lang="zh-CN" altLang="en-US" smtClean="0"/>
              <a:pPr/>
              <a:t>24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5843" name="矩形 21"/>
          <p:cNvSpPr>
            <a:spLocks noChangeArrowheads="1"/>
          </p:cNvSpPr>
          <p:nvPr/>
        </p:nvSpPr>
        <p:spPr bwMode="auto">
          <a:xfrm>
            <a:off x="4325257" y="227693"/>
            <a:ext cx="5791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纺织服装</a:t>
            </a: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14778" y="3672115"/>
            <a:ext cx="67722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08" y="1214422"/>
            <a:ext cx="6910387" cy="237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06401" y="1785258"/>
            <a:ext cx="13498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虽然目前外围经济形势较为恶劣，出口增速下降。但内需较为强劲，而且原材料价格下降使得行业综合毛利率上升。毛利以及盈利增速上涨较快个股涨幅较好。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27D2D6D-7D1F-4E96-A1FF-5775CF0D0971}" type="slidenum">
              <a:rPr lang="zh-CN" altLang="en-US" smtClean="0"/>
              <a:pPr/>
              <a:t>25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6867" name="矩形 21"/>
          <p:cNvSpPr>
            <a:spLocks noChangeArrowheads="1"/>
          </p:cNvSpPr>
          <p:nvPr/>
        </p:nvSpPr>
        <p:spPr bwMode="auto">
          <a:xfrm>
            <a:off x="4151086" y="213178"/>
            <a:ext cx="5791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轻工制造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29292" y="2481943"/>
            <a:ext cx="67722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71670" y="1285860"/>
            <a:ext cx="6910387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06400" y="1785257"/>
            <a:ext cx="13498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轻工行业主要竞争力不是技术，而是销售渠道，同质产品如果出货更快，证明其渠道更有优势，资产利用率更高，这也应证了总资产周转率因子的有效性。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27015A4-28BE-40CE-BDB6-FFBA779844B5}" type="slidenum">
              <a:rPr lang="zh-CN" altLang="en-US" smtClean="0"/>
              <a:pPr/>
              <a:t>26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7891" name="矩形 21"/>
          <p:cNvSpPr>
            <a:spLocks noChangeArrowheads="1"/>
          </p:cNvSpPr>
          <p:nvPr/>
        </p:nvSpPr>
        <p:spPr bwMode="auto">
          <a:xfrm>
            <a:off x="4151086" y="198664"/>
            <a:ext cx="5791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医药生物</a:t>
            </a:r>
            <a:endParaRPr lang="en-US" altLang="zh-CN" sz="2800" b="1" dirty="0" smtClean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" name="图示 7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hart 2"/>
          <p:cNvGraphicFramePr>
            <a:graphicFrameLocks/>
          </p:cNvGraphicFramePr>
          <p:nvPr/>
        </p:nvGraphicFramePr>
        <p:xfrm>
          <a:off x="2122793" y="2137050"/>
          <a:ext cx="6756243" cy="27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08" y="1285860"/>
            <a:ext cx="6910387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62857" y="1915886"/>
            <a:ext cx="1451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医药生物的六个月反转效应较为明显。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7D0F8A4-F0DD-45CF-BE42-2F4264CCAA29}" type="slidenum">
              <a:rPr lang="zh-CN" altLang="en-US" smtClean="0"/>
              <a:pPr/>
              <a:t>27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8915" name="矩形 21"/>
          <p:cNvSpPr>
            <a:spLocks noChangeArrowheads="1"/>
          </p:cNvSpPr>
          <p:nvPr/>
        </p:nvSpPr>
        <p:spPr bwMode="auto">
          <a:xfrm>
            <a:off x="4209142" y="188686"/>
            <a:ext cx="5791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公用事业</a:t>
            </a:r>
          </a:p>
        </p:txBody>
      </p:sp>
      <p:graphicFrame>
        <p:nvGraphicFramePr>
          <p:cNvPr id="4" name="图示 3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hart 2"/>
          <p:cNvGraphicFramePr>
            <a:graphicFrameLocks/>
          </p:cNvGraphicFramePr>
          <p:nvPr/>
        </p:nvGraphicFramePr>
        <p:xfrm>
          <a:off x="2137307" y="2993392"/>
          <a:ext cx="6756243" cy="27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08" y="1285860"/>
            <a:ext cx="6910387" cy="14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91886" y="1727200"/>
            <a:ext cx="14659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对于公用事业行业，成交较为平淡，市值较低的个股还是较为受到投资者的热捧。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49A8933-242C-4D7F-A713-26945DAEA53E}" type="slidenum">
              <a:rPr lang="zh-CN" altLang="en-US" smtClean="0"/>
              <a:pPr/>
              <a:t>28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39939" name="矩形 21"/>
          <p:cNvSpPr>
            <a:spLocks noChangeArrowheads="1"/>
          </p:cNvSpPr>
          <p:nvPr/>
        </p:nvSpPr>
        <p:spPr bwMode="auto">
          <a:xfrm>
            <a:off x="4252686" y="213179"/>
            <a:ext cx="5791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运输交通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43108" y="1214422"/>
            <a:ext cx="6910387" cy="16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08" y="3000372"/>
            <a:ext cx="6772275" cy="282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62857" y="1756229"/>
            <a:ext cx="14804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对于运输行业，运输营运是生产与销售过程的相统一结合，在油价不断上涨，营运成本不断提高的情况下，资产周转越高，运营效率越快的公司，质地越好。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C7FCBF5-C06B-4B63-BC32-F71AF3C9204E}" type="slidenum">
              <a:rPr lang="zh-CN" altLang="en-US" smtClean="0"/>
              <a:pPr/>
              <a:t>29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0963" name="矩形 21"/>
          <p:cNvSpPr>
            <a:spLocks noChangeArrowheads="1"/>
          </p:cNvSpPr>
          <p:nvPr/>
        </p:nvSpPr>
        <p:spPr bwMode="auto">
          <a:xfrm>
            <a:off x="4673600" y="203200"/>
            <a:ext cx="5036457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房地产</a:t>
            </a:r>
          </a:p>
        </p:txBody>
      </p:sp>
      <p:graphicFrame>
        <p:nvGraphicFramePr>
          <p:cNvPr id="4" name="图示 3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hart 2"/>
          <p:cNvGraphicFramePr>
            <a:graphicFrameLocks/>
          </p:cNvGraphicFramePr>
          <p:nvPr/>
        </p:nvGraphicFramePr>
        <p:xfrm>
          <a:off x="2137306" y="3182079"/>
          <a:ext cx="6756243" cy="27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08" y="1285860"/>
            <a:ext cx="6910387" cy="16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62857" y="1741714"/>
            <a:ext cx="14369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从历史检验结果来看，估值因子对于房地产行业还是较为有效。由于政策调控，地产股前期跌幅较大，若政策松动，则低估值股票先行。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AE70A3C-2995-4BF0-B48F-C425AA7E5699}" type="slidenum">
              <a:rPr lang="zh-CN" altLang="en-US" smtClean="0"/>
              <a:pPr/>
              <a:t>30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1987" name="矩形 21"/>
          <p:cNvSpPr>
            <a:spLocks noChangeArrowheads="1"/>
          </p:cNvSpPr>
          <p:nvPr/>
        </p:nvSpPr>
        <p:spPr bwMode="auto">
          <a:xfrm>
            <a:off x="4963886" y="242207"/>
            <a:ext cx="4775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金融</a:t>
            </a:r>
          </a:p>
        </p:txBody>
      </p:sp>
      <p:graphicFrame>
        <p:nvGraphicFramePr>
          <p:cNvPr id="4" name="图示 3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12946" y="2802619"/>
            <a:ext cx="67722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59442" y="1307193"/>
            <a:ext cx="6910387" cy="12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62857" y="1785256"/>
            <a:ext cx="1451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金融股方面还是应该多关注股价反转因子。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717E5FF-12F0-46CB-85F4-93514149EF3A}" type="slidenum">
              <a:rPr lang="zh-CN" altLang="en-US" smtClean="0"/>
              <a:pPr/>
              <a:t>31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3011" name="矩形 21"/>
          <p:cNvSpPr>
            <a:spLocks noChangeArrowheads="1"/>
          </p:cNvSpPr>
          <p:nvPr/>
        </p:nvSpPr>
        <p:spPr bwMode="auto">
          <a:xfrm>
            <a:off x="4397829" y="213179"/>
            <a:ext cx="5791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商业贸易</a:t>
            </a:r>
          </a:p>
        </p:txBody>
      </p:sp>
      <p:graphicFrame>
        <p:nvGraphicFramePr>
          <p:cNvPr id="4" name="图示 3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29292" y="3033486"/>
            <a:ext cx="67722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08" y="1285860"/>
            <a:ext cx="6910387" cy="14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06400" y="1785257"/>
            <a:ext cx="14369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经过我们的统计，</a:t>
            </a:r>
            <a:r>
              <a:rPr lang="en-US" altLang="zh-CN" b="1" dirty="0" smtClean="0">
                <a:latin typeface="楷体_GB2312" pitchFamily="49" charset="-122"/>
                <a:ea typeface="楷体_GB2312" pitchFamily="49" charset="-122"/>
              </a:rPr>
              <a:t>PE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b="1" dirty="0" smtClean="0">
                <a:latin typeface="楷体_GB2312" pitchFamily="49" charset="-122"/>
                <a:ea typeface="楷体_GB2312" pitchFamily="49" charset="-122"/>
              </a:rPr>
              <a:t>PCF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两个估值因子效果都十分显著。而行业内反转效应也较为明显。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CC83668-A2A8-42AA-912B-00EBC06118B9}" type="slidenum">
              <a:rPr lang="zh-CN" altLang="en-US" smtClean="0"/>
              <a:pPr/>
              <a:t>32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4035" name="矩形 21"/>
          <p:cNvSpPr>
            <a:spLocks noChangeArrowheads="1"/>
          </p:cNvSpPr>
          <p:nvPr/>
        </p:nvSpPr>
        <p:spPr bwMode="auto">
          <a:xfrm>
            <a:off x="4093029" y="184150"/>
            <a:ext cx="5791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餐饮旅游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hart 2"/>
          <p:cNvGraphicFramePr>
            <a:graphicFrameLocks/>
          </p:cNvGraphicFramePr>
          <p:nvPr/>
        </p:nvGraphicFramePr>
        <p:xfrm>
          <a:off x="2108278" y="2659565"/>
          <a:ext cx="6756243" cy="27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71670" y="1285860"/>
            <a:ext cx="6910387" cy="11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35429" y="1756229"/>
            <a:ext cx="13933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旅游行业</a:t>
            </a:r>
            <a:r>
              <a:rPr lang="en-US" altLang="zh-CN" b="1" dirty="0" smtClean="0">
                <a:latin typeface="楷体_GB2312" pitchFamily="49" charset="-122"/>
                <a:ea typeface="楷体_GB2312" pitchFamily="49" charset="-122"/>
              </a:rPr>
              <a:t>ROE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b="1" dirty="0" smtClean="0">
                <a:latin typeface="楷体_GB2312" pitchFamily="49" charset="-122"/>
                <a:ea typeface="楷体_GB2312" pitchFamily="49" charset="-122"/>
              </a:rPr>
              <a:t>09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年有显著提升。在旅游行业中，规模、扩张与盈利能力密不可分，</a:t>
            </a:r>
            <a:r>
              <a:rPr lang="en-US" altLang="zh-CN" b="1" dirty="0" smtClean="0">
                <a:latin typeface="楷体_GB2312" pitchFamily="49" charset="-122"/>
                <a:ea typeface="楷体_GB2312" pitchFamily="49" charset="-122"/>
              </a:rPr>
              <a:t>ROE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增速较快公司应该运用了良好的扩张策略，业绩提升速度快。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CC83668-A2A8-42AA-912B-00EBC06118B9}" type="slidenum">
              <a:rPr lang="zh-CN" altLang="en-US" smtClean="0"/>
              <a:pPr/>
              <a:t>33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4035" name="矩形 21"/>
          <p:cNvSpPr>
            <a:spLocks noChangeArrowheads="1"/>
          </p:cNvSpPr>
          <p:nvPr/>
        </p:nvSpPr>
        <p:spPr bwMode="auto">
          <a:xfrm>
            <a:off x="4441371" y="227693"/>
            <a:ext cx="5791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信息服务</a:t>
            </a:r>
          </a:p>
        </p:txBody>
      </p:sp>
      <p:graphicFrame>
        <p:nvGraphicFramePr>
          <p:cNvPr id="4" name="图示 3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hart 2"/>
          <p:cNvGraphicFramePr>
            <a:graphicFrameLocks/>
          </p:cNvGraphicFramePr>
          <p:nvPr/>
        </p:nvGraphicFramePr>
        <p:xfrm>
          <a:off x="2093764" y="2746651"/>
          <a:ext cx="6861550" cy="27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71670" y="1285860"/>
            <a:ext cx="6910387" cy="12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377371" y="1785257"/>
            <a:ext cx="15385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对于信息服务行业，反转效应还是十分显著，而流通市值较小的股票也是备受关注！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CC83668-A2A8-42AA-912B-00EBC06118B9}" type="slidenum">
              <a:rPr lang="zh-CN" altLang="en-US" smtClean="0"/>
              <a:pPr/>
              <a:t>34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4035" name="矩形 21"/>
          <p:cNvSpPr>
            <a:spLocks noChangeArrowheads="1"/>
          </p:cNvSpPr>
          <p:nvPr/>
        </p:nvSpPr>
        <p:spPr bwMode="auto">
          <a:xfrm>
            <a:off x="4949372" y="184150"/>
            <a:ext cx="4775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行业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VS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 因子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综合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75772" y="1262743"/>
          <a:ext cx="1698172" cy="516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68525" y="4470399"/>
            <a:ext cx="6772275" cy="2133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08" y="1285860"/>
            <a:ext cx="6910387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49943" y="1712686"/>
            <a:ext cx="14078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综合行业有效因子较为多。综合来看，行业内盈利能力增长高，流动性相对好的公司更受市场的认可。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 bwMode="auto">
          <a:xfrm>
            <a:off x="512763" y="1811338"/>
            <a:ext cx="8158162" cy="4262437"/>
          </a:xfrm>
          <a:prstGeom prst="rect">
            <a:avLst/>
          </a:prstGeom>
          <a:noFill/>
          <a:ln w="101600">
            <a:solidFill>
              <a:srgbClr val="2828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zh-CN" altLang="en-US">
              <a:solidFill>
                <a:srgbClr val="003399"/>
              </a:solidFill>
              <a:latin typeface="黑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5188" y="2389188"/>
            <a:ext cx="7119937" cy="267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indent="363538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一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、全市场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vs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逐行业多因子策略</a:t>
            </a:r>
            <a:endParaRPr lang="en-US" altLang="zh-CN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二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、行业内多因子选股框架</a:t>
            </a:r>
            <a:endParaRPr lang="zh-CN" altLang="en-US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三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itchFamily="18" charset="0"/>
                <a:ea typeface="楷体_GB2312"/>
              </a:rPr>
              <a:t>、近三年行业有效因子</a:t>
            </a:r>
            <a:endParaRPr lang="zh-CN" altLang="en-US" sz="2800" b="1" dirty="0">
              <a:solidFill>
                <a:schemeClr val="tx1"/>
              </a:solidFill>
              <a:latin typeface="Times New Roman" pitchFamily="18" charset="0"/>
              <a:ea typeface="楷体_GB2312"/>
            </a:endParaRPr>
          </a:p>
          <a:p>
            <a:pPr indent="363538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四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楷体_GB2312"/>
              </a:rPr>
              <a:t>、跨行业多因子策略表现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  <a:ea typeface="楷体_GB2312"/>
            </a:endParaRPr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3589338" y="1082675"/>
            <a:ext cx="1536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zh-CN" altLang="en-US" sz="3200" b="1">
                <a:solidFill>
                  <a:srgbClr val="232391"/>
                </a:solidFill>
                <a:latin typeface="黑体" pitchFamily="49" charset="-122"/>
                <a:ea typeface="黑体" pitchFamily="49" charset="-122"/>
              </a:rPr>
              <a:t>目  录</a:t>
            </a: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A02208-3B7D-402C-B4C9-9F33BDD1FD0B}" type="slidenum">
              <a:rPr lang="zh-CN" altLang="en-US" smtClean="0"/>
              <a:pPr/>
              <a:t>35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/>
          <p:cNvGraphicFramePr/>
          <p:nvPr/>
        </p:nvGraphicFramePr>
        <p:xfrm>
          <a:off x="5225142" y="624114"/>
          <a:ext cx="3352801" cy="2235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图示 5"/>
          <p:cNvGraphicFramePr/>
          <p:nvPr/>
        </p:nvGraphicFramePr>
        <p:xfrm>
          <a:off x="5268684" y="2068284"/>
          <a:ext cx="3352801" cy="2235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4AF0F-8F3B-4368-8B3E-83C95D1263C0}" type="slidenum">
              <a:rPr lang="zh-CN" altLang="en-US" smtClean="0"/>
              <a:pPr>
                <a:defRPr/>
              </a:pPr>
              <a:t>36</a:t>
            </a:fld>
            <a:r>
              <a:rPr lang="en-US" altLang="zh-CN" smtClean="0"/>
              <a:t>/35</a:t>
            </a:r>
            <a:endParaRPr lang="zh-CN" altLang="en-US" dirty="0"/>
          </a:p>
        </p:txBody>
      </p:sp>
      <p:sp>
        <p:nvSpPr>
          <p:cNvPr id="3" name="矩形 21"/>
          <p:cNvSpPr>
            <a:spLocks noChangeArrowheads="1"/>
          </p:cNvSpPr>
          <p:nvPr/>
        </p:nvSpPr>
        <p:spPr bwMode="auto">
          <a:xfrm>
            <a:off x="4857752" y="142852"/>
            <a:ext cx="4470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跨行业多因子策略方法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14348" y="5000636"/>
            <a:ext cx="6562044" cy="1754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图示 7"/>
          <p:cNvGraphicFramePr/>
          <p:nvPr/>
        </p:nvGraphicFramePr>
        <p:xfrm>
          <a:off x="6647542" y="3933370"/>
          <a:ext cx="2278743" cy="2351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57141" y="4542972"/>
            <a:ext cx="1204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每六个月重新计算因子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75771" y="1280887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4AF0F-8F3B-4368-8B3E-83C95D1263C0}" type="slidenum">
              <a:rPr lang="zh-CN" altLang="en-US" smtClean="0"/>
              <a:pPr>
                <a:defRPr/>
              </a:pPr>
              <a:t>37</a:t>
            </a:fld>
            <a:r>
              <a:rPr lang="en-US" altLang="zh-CN" smtClean="0"/>
              <a:t>/35</a:t>
            </a:r>
            <a:endParaRPr lang="zh-CN" altLang="en-US" dirty="0"/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0195" y="986970"/>
            <a:ext cx="8162925" cy="5573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21"/>
          <p:cNvSpPr>
            <a:spLocks noChangeArrowheads="1"/>
          </p:cNvSpPr>
          <p:nvPr/>
        </p:nvSpPr>
        <p:spPr bwMode="auto">
          <a:xfrm>
            <a:off x="4383315" y="184150"/>
            <a:ext cx="4760686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历史每行业因子挑中次数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4AF0F-8F3B-4368-8B3E-83C95D1263C0}" type="slidenum">
              <a:rPr lang="zh-CN" altLang="en-US" smtClean="0"/>
              <a:pPr>
                <a:defRPr/>
              </a:pPr>
              <a:t>38</a:t>
            </a:fld>
            <a:r>
              <a:rPr lang="en-US" altLang="zh-CN" smtClean="0"/>
              <a:t>/35</a:t>
            </a:r>
            <a:endParaRPr lang="zh-CN" altLang="en-US" dirty="0"/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1071546"/>
            <a:ext cx="8793163" cy="5208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21"/>
          <p:cNvSpPr>
            <a:spLocks noChangeArrowheads="1"/>
          </p:cNvSpPr>
          <p:nvPr/>
        </p:nvSpPr>
        <p:spPr bwMode="auto">
          <a:xfrm>
            <a:off x="4397829" y="184150"/>
            <a:ext cx="474617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历史每行业因子挑中次数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72D13A5-6183-480E-B55B-FEE1A8BF15FA}" type="slidenum">
              <a:rPr lang="zh-CN" altLang="en-US" smtClean="0"/>
              <a:pPr/>
              <a:t>39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7145" name="矩形 21"/>
          <p:cNvSpPr>
            <a:spLocks noChangeArrowheads="1"/>
          </p:cNvSpPr>
          <p:nvPr/>
        </p:nvSpPr>
        <p:spPr bwMode="auto">
          <a:xfrm>
            <a:off x="3686629" y="242661"/>
            <a:ext cx="573609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跨行业多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因子策略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——OEE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结果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825" y="1095830"/>
            <a:ext cx="8555489" cy="4027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8559" y="5407478"/>
            <a:ext cx="8453211" cy="80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72D13A5-6183-480E-B55B-FEE1A8BF15FA}" type="slidenum">
              <a:rPr lang="zh-CN" altLang="en-US" smtClean="0"/>
              <a:pPr/>
              <a:t>40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7145" name="矩形 21"/>
          <p:cNvSpPr>
            <a:spLocks noChangeArrowheads="1"/>
          </p:cNvSpPr>
          <p:nvPr/>
        </p:nvSpPr>
        <p:spPr bwMode="auto">
          <a:xfrm>
            <a:off x="3407908" y="213632"/>
            <a:ext cx="573609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跨行业多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因子策略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——OET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结果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4153" y="1008970"/>
            <a:ext cx="8416018" cy="3983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988" y="5189765"/>
            <a:ext cx="8351611" cy="819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72D13A5-6183-480E-B55B-FEE1A8BF15FA}" type="slidenum">
              <a:rPr lang="zh-CN" altLang="en-US" smtClean="0"/>
              <a:pPr/>
              <a:t>41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7145" name="矩形 21"/>
          <p:cNvSpPr>
            <a:spLocks noChangeArrowheads="1"/>
          </p:cNvSpPr>
          <p:nvPr/>
        </p:nvSpPr>
        <p:spPr bwMode="auto">
          <a:xfrm>
            <a:off x="3643086" y="184604"/>
            <a:ext cx="573609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跨行业多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因子策略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——OIE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结果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170" y="1035278"/>
            <a:ext cx="8744630" cy="3957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817" y="5160735"/>
            <a:ext cx="8685439" cy="688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72D13A5-6183-480E-B55B-FEE1A8BF15FA}" type="slidenum">
              <a:rPr lang="zh-CN" altLang="en-US" smtClean="0"/>
              <a:pPr/>
              <a:t>42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7145" name="矩形 21"/>
          <p:cNvSpPr>
            <a:spLocks noChangeArrowheads="1"/>
          </p:cNvSpPr>
          <p:nvPr/>
        </p:nvSpPr>
        <p:spPr bwMode="auto">
          <a:xfrm>
            <a:off x="3582079" y="228147"/>
            <a:ext cx="573609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跨行业多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因子策略</a:t>
            </a:r>
            <a:r>
              <a:rPr lang="en-US" altLang="zh-CN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——OIT</a:t>
            </a:r>
            <a:r>
              <a:rPr lang="zh-CN" altLang="en-US" sz="2800" b="1" dirty="0" smtClean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结果</a:t>
            </a:r>
            <a:endParaRPr lang="zh-CN" altLang="en-US" sz="2800" b="1" dirty="0">
              <a:solidFill>
                <a:srgbClr val="23239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4834" y="962479"/>
            <a:ext cx="8502423" cy="4175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4047" y="5291363"/>
            <a:ext cx="8467724" cy="659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D240BFF-84EB-48EB-9839-68745283BCD7}" type="slidenum">
              <a:rPr lang="zh-CN" altLang="en-US" smtClean="0"/>
              <a:pPr/>
              <a:t>43</a:t>
            </a:fld>
            <a:r>
              <a:rPr lang="en-US" altLang="zh-CN" smtClean="0"/>
              <a:t>/35</a:t>
            </a:r>
            <a:endParaRPr lang="zh-CN" altLang="en-US" smtClean="0"/>
          </a:p>
        </p:txBody>
      </p:sp>
      <p:sp>
        <p:nvSpPr>
          <p:cNvPr id="48168" name="矩形 21"/>
          <p:cNvSpPr>
            <a:spLocks noChangeArrowheads="1"/>
          </p:cNvSpPr>
          <p:nvPr/>
        </p:nvSpPr>
        <p:spPr bwMode="auto">
          <a:xfrm>
            <a:off x="4060825" y="203200"/>
            <a:ext cx="528637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3538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跨行业多</a:t>
            </a:r>
            <a:r>
              <a:rPr lang="zh-CN" altLang="en-US" sz="2800" b="1" dirty="0">
                <a:solidFill>
                  <a:srgbClr val="C00000"/>
                </a:solidFill>
                <a:ea typeface="楷体_GB2312" pitchFamily="49" charset="-122"/>
              </a:rPr>
              <a:t>因子策略</a:t>
            </a:r>
            <a:r>
              <a:rPr lang="en-US" altLang="zh-CN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232391"/>
                </a:solidFill>
                <a:latin typeface="楷体_GB2312" pitchFamily="49" charset="-122"/>
                <a:ea typeface="楷体_GB2312" pitchFamily="49" charset="-122"/>
              </a:rPr>
              <a:t>对比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82601" y="1090837"/>
          <a:ext cx="8051799" cy="2029736"/>
        </p:xfrm>
        <a:graphic>
          <a:graphicData uri="http://schemas.openxmlformats.org/drawingml/2006/table">
            <a:tbl>
              <a:tblPr/>
              <a:tblGrid>
                <a:gridCol w="1995375"/>
                <a:gridCol w="1514106"/>
                <a:gridCol w="1514106"/>
                <a:gridCol w="1514106"/>
                <a:gridCol w="1514106"/>
              </a:tblGrid>
              <a:tr h="3505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策略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OEE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OET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OIE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OIT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321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战胜指数胜率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62.71%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61.02%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62.71%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62.71%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21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年化平均收益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16.74%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9.09%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14.43%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8.45%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21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跟踪误差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11.83%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9.92%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11.81%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10.41%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21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年化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IR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1.415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0.916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1.222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0.812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05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平均月度换手率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40.28%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43.15%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42.95%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47.57%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4457" y="3483429"/>
            <a:ext cx="802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总结：</a:t>
            </a:r>
            <a:r>
              <a:rPr lang="zh-CN" altLang="en-US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不论从战胜指数的胜率来看，或者是策略超额收益的年化</a:t>
            </a:r>
            <a:r>
              <a:rPr lang="en-US" altLang="zh-CN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IR</a:t>
            </a:r>
            <a:r>
              <a:rPr lang="zh-CN" altLang="en-US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OEE</a:t>
            </a:r>
            <a:r>
              <a:rPr lang="zh-CN" altLang="en-US" b="1" dirty="0" smtClean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（因子平均加权，股票平均加权）多因子组合表现都是最优，也是我们几个策略中的首选。</a:t>
            </a:r>
            <a:endParaRPr lang="zh-CN" altLang="en-US" b="1" dirty="0">
              <a:solidFill>
                <a:schemeClr val="accent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999" y="4804229"/>
            <a:ext cx="7561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展望：</a:t>
            </a:r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从各行业有效因子来看，不难发现大部分行业的有效因子都是与股价相关的因子（反转，成交金额，估值）。所以未来我们行业内的思路会转向结合上下游的情况，挖掘具有行业特性的一些因子。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10" descr="C:\Users\Chris\Desktop\ppt-jpg2\4.jpg"/>
          <p:cNvPicPr>
            <a:picLocks noChangeAspect="1" noChangeArrowheads="1"/>
          </p:cNvPicPr>
          <p:nvPr/>
        </p:nvPicPr>
        <p:blipFill>
          <a:blip r:embed="rId4" cstate="print"/>
          <a:srcRect l="28371" t="61636"/>
          <a:stretch>
            <a:fillRect/>
          </a:stretch>
        </p:blipFill>
        <p:spPr bwMode="auto">
          <a:xfrm>
            <a:off x="3127375" y="1895475"/>
            <a:ext cx="5500688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/>
          <p:nvPr/>
        </p:nvSpPr>
        <p:spPr bwMode="auto">
          <a:xfrm>
            <a:off x="485775" y="1895475"/>
            <a:ext cx="2641600" cy="3735388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3192463" y="1776413"/>
            <a:ext cx="3198812" cy="158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66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Thanks!</a:t>
            </a:r>
          </a:p>
          <a:p>
            <a:r>
              <a:rPr lang="zh-CN" altLang="en-US" sz="32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谢谢聆听</a:t>
            </a:r>
          </a:p>
        </p:txBody>
      </p:sp>
      <p:sp>
        <p:nvSpPr>
          <p:cNvPr id="1031" name="Text Box 8"/>
          <p:cNvSpPr txBox="1">
            <a:spLocks noChangeArrowheads="1"/>
          </p:cNvSpPr>
          <p:nvPr/>
        </p:nvSpPr>
        <p:spPr bwMode="auto">
          <a:xfrm>
            <a:off x="6429375" y="2143125"/>
            <a:ext cx="2368550" cy="81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5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广发证券发展研究中心</a:t>
            </a:r>
          </a:p>
          <a:p>
            <a:pPr>
              <a:lnSpc>
                <a:spcPct val="120000"/>
              </a:lnSpc>
            </a:pPr>
            <a:r>
              <a:rPr lang="zh-CN" altLang="en-US" sz="13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识 别 风 险，发 现 价 值</a:t>
            </a:r>
          </a:p>
          <a:p>
            <a:pPr>
              <a:spcBef>
                <a:spcPct val="50000"/>
              </a:spcBef>
            </a:pPr>
            <a:r>
              <a:rPr lang="en-US" altLang="zh-CN" sz="11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Identify Risks,Discover Value</a:t>
            </a:r>
          </a:p>
        </p:txBody>
      </p:sp>
      <p:sp>
        <p:nvSpPr>
          <p:cNvPr id="1032" name="Text Box 9"/>
          <p:cNvSpPr txBox="1">
            <a:spLocks noChangeArrowheads="1"/>
          </p:cNvSpPr>
          <p:nvPr/>
        </p:nvSpPr>
        <p:spPr bwMode="auto">
          <a:xfrm>
            <a:off x="3203575" y="4097338"/>
            <a:ext cx="5548313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公司电话：020-87555888</a:t>
            </a:r>
          </a:p>
          <a:p>
            <a:pPr>
              <a:spcBef>
                <a:spcPct val="50000"/>
              </a:spcBef>
            </a:pPr>
            <a:r>
              <a:rPr lang="zh-CN" altLang="en-US" sz="1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公司地址：广州市天河北路183号大都会广场</a:t>
            </a:r>
            <a:r>
              <a:rPr lang="en-US" altLang="zh-CN" sz="1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1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楼  邮编：510075</a:t>
            </a:r>
          </a:p>
        </p:txBody>
      </p:sp>
      <p:graphicFrame>
        <p:nvGraphicFramePr>
          <p:cNvPr id="1026" name="Object 12"/>
          <p:cNvGraphicFramePr>
            <a:graphicFrameLocks noChangeAspect="1"/>
          </p:cNvGraphicFramePr>
          <p:nvPr/>
        </p:nvGraphicFramePr>
        <p:xfrm>
          <a:off x="4381500" y="3195638"/>
          <a:ext cx="381000" cy="466725"/>
        </p:xfrm>
        <a:graphic>
          <a:graphicData uri="http://schemas.openxmlformats.org/presentationml/2006/ole">
            <p:oleObj spid="_x0000_s1026" name="包" r:id="rId5" imgW="380880" imgH="466560" progId="Package">
              <p:embed/>
            </p:oleObj>
          </a:graphicData>
        </a:graphic>
      </p:graphicFrame>
      <p:graphicFrame>
        <p:nvGraphicFramePr>
          <p:cNvPr id="1027" name="Object 13"/>
          <p:cNvGraphicFramePr>
            <a:graphicFrameLocks noChangeAspect="1"/>
          </p:cNvGraphicFramePr>
          <p:nvPr/>
        </p:nvGraphicFramePr>
        <p:xfrm>
          <a:off x="4381500" y="3195638"/>
          <a:ext cx="381000" cy="466725"/>
        </p:xfrm>
        <a:graphic>
          <a:graphicData uri="http://schemas.openxmlformats.org/presentationml/2006/ole">
            <p:oleObj spid="_x0000_s1027" name="包" r:id="rId6" imgW="380880" imgH="466560" progId="Package">
              <p:embed/>
            </p:oleObj>
          </a:graphicData>
        </a:graphic>
      </p:graphicFrame>
      <p:pic>
        <p:nvPicPr>
          <p:cNvPr id="1033" name="Picture 14" descr="大都会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9750" y="1987550"/>
            <a:ext cx="2516188" cy="357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Rectangle 16"/>
          <p:cNvSpPr>
            <a:spLocks noChangeArrowheads="1"/>
          </p:cNvSpPr>
          <p:nvPr/>
        </p:nvSpPr>
        <p:spPr bwMode="auto">
          <a:xfrm>
            <a:off x="0" y="0"/>
            <a:ext cx="963295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8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8_默认设计模板">
      <a:majorFont>
        <a:latin typeface=""/>
        <a:ea typeface=""/>
        <a:cs typeface=""/>
      </a:majorFont>
      <a:minorFont>
        <a:latin typeface="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黑体" pitchFamily="2" charset="-122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黑体" pitchFamily="2" charset="-122"/>
            <a:ea typeface="黑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3752444</TotalTime>
  <Words>1825</Words>
  <Application>Microsoft Office PowerPoint</Application>
  <PresentationFormat>全屏显示(4:3)</PresentationFormat>
  <Paragraphs>307</Paragraphs>
  <Slides>44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6" baseType="lpstr">
      <vt:lpstr>8_默认设计模板</vt:lpstr>
      <vt:lpstr>包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</vt:vector>
  </TitlesOfParts>
  <Company>--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HYL</dc:creator>
  <cp:lastModifiedBy>Thinkpad</cp:lastModifiedBy>
  <cp:revision>1291</cp:revision>
  <dcterms:created xsi:type="dcterms:W3CDTF">2004-12-17T11:53:46Z</dcterms:created>
  <dcterms:modified xsi:type="dcterms:W3CDTF">2012-02-22T01:07:36Z</dcterms:modified>
</cp:coreProperties>
</file>